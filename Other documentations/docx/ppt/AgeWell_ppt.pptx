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notesMasterIdLst>
    <p:notesMasterId r:id="rId16"/>
  </p:notesMasterIdLst>
  <p:sldIdLst>
    <p:sldId id="379" r:id="rId2"/>
    <p:sldId id="513" r:id="rId3"/>
    <p:sldId id="317" r:id="rId4"/>
    <p:sldId id="514" r:id="rId5"/>
    <p:sldId id="516" r:id="rId6"/>
    <p:sldId id="518" r:id="rId7"/>
    <p:sldId id="525" r:id="rId8"/>
    <p:sldId id="519" r:id="rId9"/>
    <p:sldId id="520" r:id="rId10"/>
    <p:sldId id="521" r:id="rId11"/>
    <p:sldId id="526" r:id="rId12"/>
    <p:sldId id="524" r:id="rId13"/>
    <p:sldId id="517" r:id="rId14"/>
    <p:sldId id="260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94041" autoAdjust="0"/>
  </p:normalViewPr>
  <p:slideViewPr>
    <p:cSldViewPr snapToGrid="0">
      <p:cViewPr varScale="1">
        <p:scale>
          <a:sx n="105" d="100"/>
          <a:sy n="105" d="100"/>
        </p:scale>
        <p:origin x="223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0B792A-5BE1-4DB3-9BF7-BE833EB14C88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D41D53-91F1-4CDA-B485-97A453FC6059}">
      <dgm:prSet/>
      <dgm:spPr/>
      <dgm:t>
        <a:bodyPr/>
        <a:lstStyle/>
        <a:p>
          <a:r>
            <a:rPr lang="en-US" dirty="0"/>
            <a:t>Web-based portal: AgeWell</a:t>
          </a:r>
        </a:p>
      </dgm:t>
    </dgm:pt>
    <dgm:pt modelId="{06F6167C-6382-4845-98F5-1D343F9D6CC7}" type="parTrans" cxnId="{3C763491-EC0F-46E4-A481-2BDCABDF6555}">
      <dgm:prSet/>
      <dgm:spPr/>
      <dgm:t>
        <a:bodyPr/>
        <a:lstStyle/>
        <a:p>
          <a:endParaRPr lang="en-US"/>
        </a:p>
      </dgm:t>
    </dgm:pt>
    <dgm:pt modelId="{012D6ECB-C15D-4E0E-951B-8B2A16FC8B58}" type="sibTrans" cxnId="{3C763491-EC0F-46E4-A481-2BDCABDF6555}">
      <dgm:prSet/>
      <dgm:spPr/>
      <dgm:t>
        <a:bodyPr/>
        <a:lstStyle/>
        <a:p>
          <a:endParaRPr lang="en-US"/>
        </a:p>
      </dgm:t>
    </dgm:pt>
    <dgm:pt modelId="{9DBAF5C1-AAAE-424B-B171-45779125AE07}">
      <dgm:prSet/>
      <dgm:spPr/>
      <dgm:t>
        <a:bodyPr/>
        <a:lstStyle/>
        <a:p>
          <a:r>
            <a:rPr lang="en-US"/>
            <a:t>Senior-friendly interface (large fonts, simple navigation).</a:t>
          </a:r>
        </a:p>
      </dgm:t>
    </dgm:pt>
    <dgm:pt modelId="{88F5295B-0F59-408F-A979-B3F2032906AC}" type="parTrans" cxnId="{C7C1EB83-B7A5-42E6-92E7-1AE4A8D87975}">
      <dgm:prSet/>
      <dgm:spPr/>
      <dgm:t>
        <a:bodyPr/>
        <a:lstStyle/>
        <a:p>
          <a:endParaRPr lang="en-US"/>
        </a:p>
      </dgm:t>
    </dgm:pt>
    <dgm:pt modelId="{889AA7F7-6202-47CD-AC43-4C0F69520DB1}" type="sibTrans" cxnId="{C7C1EB83-B7A5-42E6-92E7-1AE4A8D87975}">
      <dgm:prSet/>
      <dgm:spPr/>
      <dgm:t>
        <a:bodyPr/>
        <a:lstStyle/>
        <a:p>
          <a:endParaRPr lang="en-US"/>
        </a:p>
      </dgm:t>
    </dgm:pt>
    <dgm:pt modelId="{B7B24462-22F4-4D3E-97E1-CE17ACE93480}">
      <dgm:prSet/>
      <dgm:spPr/>
      <dgm:t>
        <a:bodyPr/>
        <a:lstStyle/>
        <a:p>
          <a:r>
            <a:rPr lang="en-US"/>
            <a:t>Modular design: Health, finance, learning, reminders.</a:t>
          </a:r>
        </a:p>
      </dgm:t>
    </dgm:pt>
    <dgm:pt modelId="{9712E073-19F9-44CA-A9FB-D2DA913AF61A}" type="parTrans" cxnId="{57E77121-5048-422B-B1B1-645E7F3BA9AE}">
      <dgm:prSet/>
      <dgm:spPr/>
      <dgm:t>
        <a:bodyPr/>
        <a:lstStyle/>
        <a:p>
          <a:endParaRPr lang="en-US"/>
        </a:p>
      </dgm:t>
    </dgm:pt>
    <dgm:pt modelId="{93F29351-0090-47A4-B1F7-51FA1E57BDE0}" type="sibTrans" cxnId="{57E77121-5048-422B-B1B1-645E7F3BA9AE}">
      <dgm:prSet/>
      <dgm:spPr/>
      <dgm:t>
        <a:bodyPr/>
        <a:lstStyle/>
        <a:p>
          <a:endParaRPr lang="en-US"/>
        </a:p>
      </dgm:t>
    </dgm:pt>
    <dgm:pt modelId="{846CC7BE-6E97-41B5-AB50-105F6A78ABA3}">
      <dgm:prSet/>
      <dgm:spPr/>
      <dgm:t>
        <a:bodyPr/>
        <a:lstStyle/>
        <a:p>
          <a:r>
            <a:rPr lang="en-US" dirty="0"/>
            <a:t>Tips Module for daily wellness and tech guidance.</a:t>
          </a:r>
        </a:p>
      </dgm:t>
    </dgm:pt>
    <dgm:pt modelId="{983845F7-571A-412E-B223-C4907BAED49B}" type="parTrans" cxnId="{8B45735E-FA90-4BC1-8708-76664840FF9C}">
      <dgm:prSet/>
      <dgm:spPr/>
      <dgm:t>
        <a:bodyPr/>
        <a:lstStyle/>
        <a:p>
          <a:endParaRPr lang="en-US"/>
        </a:p>
      </dgm:t>
    </dgm:pt>
    <dgm:pt modelId="{E3AD73F9-93B5-4741-8B8F-4F2EC87DAFD1}" type="sibTrans" cxnId="{8B45735E-FA90-4BC1-8708-76664840FF9C}">
      <dgm:prSet/>
      <dgm:spPr/>
      <dgm:t>
        <a:bodyPr/>
        <a:lstStyle/>
        <a:p>
          <a:endParaRPr lang="en-US"/>
        </a:p>
      </dgm:t>
    </dgm:pt>
    <dgm:pt modelId="{35000802-19A6-42DF-AF83-6B7D32C67BB1}">
      <dgm:prSet/>
      <dgm:spPr/>
      <dgm:t>
        <a:bodyPr/>
        <a:lstStyle/>
        <a:p>
          <a:r>
            <a:rPr lang="en-US"/>
            <a:t>Child account linkage for family monitoring.</a:t>
          </a:r>
        </a:p>
      </dgm:t>
    </dgm:pt>
    <dgm:pt modelId="{2A08BBEE-0B2F-42B9-B547-3AF51643E4E1}" type="parTrans" cxnId="{0D4DBA3B-0FEF-4129-BACC-D4B516FB741F}">
      <dgm:prSet/>
      <dgm:spPr/>
      <dgm:t>
        <a:bodyPr/>
        <a:lstStyle/>
        <a:p>
          <a:endParaRPr lang="en-US"/>
        </a:p>
      </dgm:t>
    </dgm:pt>
    <dgm:pt modelId="{C9865DF4-DFD4-4B9A-9850-493DB63953E5}" type="sibTrans" cxnId="{0D4DBA3B-0FEF-4129-BACC-D4B516FB741F}">
      <dgm:prSet/>
      <dgm:spPr/>
      <dgm:t>
        <a:bodyPr/>
        <a:lstStyle/>
        <a:p>
          <a:endParaRPr lang="en-US"/>
        </a:p>
      </dgm:t>
    </dgm:pt>
    <dgm:pt modelId="{AE35EED2-F5F2-4B78-8A5B-EE24D98362A7}">
      <dgm:prSet/>
      <dgm:spPr/>
      <dgm:t>
        <a:bodyPr/>
        <a:lstStyle/>
        <a:p>
          <a:r>
            <a:rPr lang="en-US"/>
            <a:t>Admin Panel for content management and support.</a:t>
          </a:r>
        </a:p>
      </dgm:t>
    </dgm:pt>
    <dgm:pt modelId="{7D2547E9-CB3A-4C93-8328-871565004FFD}" type="parTrans" cxnId="{4B4A6A3B-D924-413F-80C2-A582D6E14123}">
      <dgm:prSet/>
      <dgm:spPr/>
      <dgm:t>
        <a:bodyPr/>
        <a:lstStyle/>
        <a:p>
          <a:endParaRPr lang="en-US"/>
        </a:p>
      </dgm:t>
    </dgm:pt>
    <dgm:pt modelId="{D615F6A1-39C5-4CAA-9B25-1D3336C8BBC3}" type="sibTrans" cxnId="{4B4A6A3B-D924-413F-80C2-A582D6E14123}">
      <dgm:prSet/>
      <dgm:spPr/>
      <dgm:t>
        <a:bodyPr/>
        <a:lstStyle/>
        <a:p>
          <a:endParaRPr lang="en-US"/>
        </a:p>
      </dgm:t>
    </dgm:pt>
    <dgm:pt modelId="{8B1265D2-9F0F-479E-9184-DEA70534D78E}">
      <dgm:prSet/>
      <dgm:spPr/>
      <dgm:t>
        <a:bodyPr/>
        <a:lstStyle/>
        <a:p>
          <a:r>
            <a:rPr lang="en-US" dirty="0"/>
            <a:t>Built-in notification system for platform alerts.</a:t>
          </a:r>
        </a:p>
      </dgm:t>
    </dgm:pt>
    <dgm:pt modelId="{FFAACFB9-6305-4ABB-ACED-2FE0891367D5}" type="parTrans" cxnId="{C0B340CE-1B1D-47CA-A411-F8B2373A7000}">
      <dgm:prSet/>
      <dgm:spPr/>
      <dgm:t>
        <a:bodyPr/>
        <a:lstStyle/>
        <a:p>
          <a:endParaRPr lang="en-US"/>
        </a:p>
      </dgm:t>
    </dgm:pt>
    <dgm:pt modelId="{D9C8129A-E6B7-440F-83D5-20E2A8C81E48}" type="sibTrans" cxnId="{C0B340CE-1B1D-47CA-A411-F8B2373A7000}">
      <dgm:prSet/>
      <dgm:spPr/>
      <dgm:t>
        <a:bodyPr/>
        <a:lstStyle/>
        <a:p>
          <a:endParaRPr lang="en-US"/>
        </a:p>
      </dgm:t>
    </dgm:pt>
    <dgm:pt modelId="{FDE4E660-F8C2-4D36-B506-1E3A64AEF930}" type="pres">
      <dgm:prSet presAssocID="{810B792A-5BE1-4DB3-9BF7-BE833EB14C88}" presName="diagram" presStyleCnt="0">
        <dgm:presLayoutVars>
          <dgm:dir/>
          <dgm:resizeHandles val="exact"/>
        </dgm:presLayoutVars>
      </dgm:prSet>
      <dgm:spPr/>
    </dgm:pt>
    <dgm:pt modelId="{232C4676-792E-4B8D-9A96-F0E5D4FCE6F1}" type="pres">
      <dgm:prSet presAssocID="{F8D41D53-91F1-4CDA-B485-97A453FC6059}" presName="node" presStyleLbl="node1" presStyleIdx="0" presStyleCnt="7">
        <dgm:presLayoutVars>
          <dgm:bulletEnabled val="1"/>
        </dgm:presLayoutVars>
      </dgm:prSet>
      <dgm:spPr/>
    </dgm:pt>
    <dgm:pt modelId="{1F37CC9F-2296-4AB7-B9E1-B55B8DA60E59}" type="pres">
      <dgm:prSet presAssocID="{012D6ECB-C15D-4E0E-951B-8B2A16FC8B58}" presName="sibTrans" presStyleCnt="0"/>
      <dgm:spPr/>
    </dgm:pt>
    <dgm:pt modelId="{B8F73CBD-7018-4062-8F5B-966117F61366}" type="pres">
      <dgm:prSet presAssocID="{9DBAF5C1-AAAE-424B-B171-45779125AE07}" presName="node" presStyleLbl="node1" presStyleIdx="1" presStyleCnt="7">
        <dgm:presLayoutVars>
          <dgm:bulletEnabled val="1"/>
        </dgm:presLayoutVars>
      </dgm:prSet>
      <dgm:spPr/>
    </dgm:pt>
    <dgm:pt modelId="{B96E216F-733D-4B9D-A4A4-271F0279F050}" type="pres">
      <dgm:prSet presAssocID="{889AA7F7-6202-47CD-AC43-4C0F69520DB1}" presName="sibTrans" presStyleCnt="0"/>
      <dgm:spPr/>
    </dgm:pt>
    <dgm:pt modelId="{86382B13-EAAE-49CC-BEAC-6EC571EDEABA}" type="pres">
      <dgm:prSet presAssocID="{B7B24462-22F4-4D3E-97E1-CE17ACE93480}" presName="node" presStyleLbl="node1" presStyleIdx="2" presStyleCnt="7">
        <dgm:presLayoutVars>
          <dgm:bulletEnabled val="1"/>
        </dgm:presLayoutVars>
      </dgm:prSet>
      <dgm:spPr/>
    </dgm:pt>
    <dgm:pt modelId="{0C3AB330-B0A9-40B2-9577-470A93E10E29}" type="pres">
      <dgm:prSet presAssocID="{93F29351-0090-47A4-B1F7-51FA1E57BDE0}" presName="sibTrans" presStyleCnt="0"/>
      <dgm:spPr/>
    </dgm:pt>
    <dgm:pt modelId="{F941F50F-3582-45F0-B32C-680507600528}" type="pres">
      <dgm:prSet presAssocID="{846CC7BE-6E97-41B5-AB50-105F6A78ABA3}" presName="node" presStyleLbl="node1" presStyleIdx="3" presStyleCnt="7">
        <dgm:presLayoutVars>
          <dgm:bulletEnabled val="1"/>
        </dgm:presLayoutVars>
      </dgm:prSet>
      <dgm:spPr/>
    </dgm:pt>
    <dgm:pt modelId="{360C4BE9-1DD7-4F24-BE77-83C25344ADF1}" type="pres">
      <dgm:prSet presAssocID="{E3AD73F9-93B5-4741-8B8F-4F2EC87DAFD1}" presName="sibTrans" presStyleCnt="0"/>
      <dgm:spPr/>
    </dgm:pt>
    <dgm:pt modelId="{47A0B36B-A5B7-4971-8634-39F806D781B0}" type="pres">
      <dgm:prSet presAssocID="{35000802-19A6-42DF-AF83-6B7D32C67BB1}" presName="node" presStyleLbl="node1" presStyleIdx="4" presStyleCnt="7">
        <dgm:presLayoutVars>
          <dgm:bulletEnabled val="1"/>
        </dgm:presLayoutVars>
      </dgm:prSet>
      <dgm:spPr/>
    </dgm:pt>
    <dgm:pt modelId="{ADBEC17E-FB1F-4D23-A4BF-C2E45003879D}" type="pres">
      <dgm:prSet presAssocID="{C9865DF4-DFD4-4B9A-9850-493DB63953E5}" presName="sibTrans" presStyleCnt="0"/>
      <dgm:spPr/>
    </dgm:pt>
    <dgm:pt modelId="{94FCC139-DA1C-4645-9577-AAFAA191EE67}" type="pres">
      <dgm:prSet presAssocID="{AE35EED2-F5F2-4B78-8A5B-EE24D98362A7}" presName="node" presStyleLbl="node1" presStyleIdx="5" presStyleCnt="7">
        <dgm:presLayoutVars>
          <dgm:bulletEnabled val="1"/>
        </dgm:presLayoutVars>
      </dgm:prSet>
      <dgm:spPr/>
    </dgm:pt>
    <dgm:pt modelId="{4D2CE41A-6954-4615-AAAC-9147F0F58CAA}" type="pres">
      <dgm:prSet presAssocID="{D615F6A1-39C5-4CAA-9B25-1D3336C8BBC3}" presName="sibTrans" presStyleCnt="0"/>
      <dgm:spPr/>
    </dgm:pt>
    <dgm:pt modelId="{A0D04876-8CC5-4136-81A2-252045A8A15D}" type="pres">
      <dgm:prSet presAssocID="{8B1265D2-9F0F-479E-9184-DEA70534D78E}" presName="node" presStyleLbl="node1" presStyleIdx="6" presStyleCnt="7">
        <dgm:presLayoutVars>
          <dgm:bulletEnabled val="1"/>
        </dgm:presLayoutVars>
      </dgm:prSet>
      <dgm:spPr/>
    </dgm:pt>
  </dgm:ptLst>
  <dgm:cxnLst>
    <dgm:cxn modelId="{11A83C18-265E-4B5C-BBAD-685803C6B2CE}" type="presOf" srcId="{9DBAF5C1-AAAE-424B-B171-45779125AE07}" destId="{B8F73CBD-7018-4062-8F5B-966117F61366}" srcOrd="0" destOrd="0" presId="urn:microsoft.com/office/officeart/2005/8/layout/default"/>
    <dgm:cxn modelId="{57E77121-5048-422B-B1B1-645E7F3BA9AE}" srcId="{810B792A-5BE1-4DB3-9BF7-BE833EB14C88}" destId="{B7B24462-22F4-4D3E-97E1-CE17ACE93480}" srcOrd="2" destOrd="0" parTransId="{9712E073-19F9-44CA-A9FB-D2DA913AF61A}" sibTransId="{93F29351-0090-47A4-B1F7-51FA1E57BDE0}"/>
    <dgm:cxn modelId="{03358736-D348-47E1-B98E-2D0A41C0B6DC}" type="presOf" srcId="{B7B24462-22F4-4D3E-97E1-CE17ACE93480}" destId="{86382B13-EAAE-49CC-BEAC-6EC571EDEABA}" srcOrd="0" destOrd="0" presId="urn:microsoft.com/office/officeart/2005/8/layout/default"/>
    <dgm:cxn modelId="{1F0CA43A-B21C-4F81-961F-F86D6AEF5C71}" type="presOf" srcId="{F8D41D53-91F1-4CDA-B485-97A453FC6059}" destId="{232C4676-792E-4B8D-9A96-F0E5D4FCE6F1}" srcOrd="0" destOrd="0" presId="urn:microsoft.com/office/officeart/2005/8/layout/default"/>
    <dgm:cxn modelId="{4B4A6A3B-D924-413F-80C2-A582D6E14123}" srcId="{810B792A-5BE1-4DB3-9BF7-BE833EB14C88}" destId="{AE35EED2-F5F2-4B78-8A5B-EE24D98362A7}" srcOrd="5" destOrd="0" parTransId="{7D2547E9-CB3A-4C93-8328-871565004FFD}" sibTransId="{D615F6A1-39C5-4CAA-9B25-1D3336C8BBC3}"/>
    <dgm:cxn modelId="{0D4DBA3B-0FEF-4129-BACC-D4B516FB741F}" srcId="{810B792A-5BE1-4DB3-9BF7-BE833EB14C88}" destId="{35000802-19A6-42DF-AF83-6B7D32C67BB1}" srcOrd="4" destOrd="0" parTransId="{2A08BBEE-0B2F-42B9-B547-3AF51643E4E1}" sibTransId="{C9865DF4-DFD4-4B9A-9850-493DB63953E5}"/>
    <dgm:cxn modelId="{8B45735E-FA90-4BC1-8708-76664840FF9C}" srcId="{810B792A-5BE1-4DB3-9BF7-BE833EB14C88}" destId="{846CC7BE-6E97-41B5-AB50-105F6A78ABA3}" srcOrd="3" destOrd="0" parTransId="{983845F7-571A-412E-B223-C4907BAED49B}" sibTransId="{E3AD73F9-93B5-4741-8B8F-4F2EC87DAFD1}"/>
    <dgm:cxn modelId="{BE33C36D-76C1-46A2-9254-6FFF2D291E73}" type="presOf" srcId="{846CC7BE-6E97-41B5-AB50-105F6A78ABA3}" destId="{F941F50F-3582-45F0-B32C-680507600528}" srcOrd="0" destOrd="0" presId="urn:microsoft.com/office/officeart/2005/8/layout/default"/>
    <dgm:cxn modelId="{C7C1EB83-B7A5-42E6-92E7-1AE4A8D87975}" srcId="{810B792A-5BE1-4DB3-9BF7-BE833EB14C88}" destId="{9DBAF5C1-AAAE-424B-B171-45779125AE07}" srcOrd="1" destOrd="0" parTransId="{88F5295B-0F59-408F-A979-B3F2032906AC}" sibTransId="{889AA7F7-6202-47CD-AC43-4C0F69520DB1}"/>
    <dgm:cxn modelId="{3C763491-EC0F-46E4-A481-2BDCABDF6555}" srcId="{810B792A-5BE1-4DB3-9BF7-BE833EB14C88}" destId="{F8D41D53-91F1-4CDA-B485-97A453FC6059}" srcOrd="0" destOrd="0" parTransId="{06F6167C-6382-4845-98F5-1D343F9D6CC7}" sibTransId="{012D6ECB-C15D-4E0E-951B-8B2A16FC8B58}"/>
    <dgm:cxn modelId="{96150FA5-2927-4F9D-84C3-5C2BA612B8DF}" type="presOf" srcId="{8B1265D2-9F0F-479E-9184-DEA70534D78E}" destId="{A0D04876-8CC5-4136-81A2-252045A8A15D}" srcOrd="0" destOrd="0" presId="urn:microsoft.com/office/officeart/2005/8/layout/default"/>
    <dgm:cxn modelId="{57E16EBC-09D4-4548-B4B5-597AD51F7485}" type="presOf" srcId="{810B792A-5BE1-4DB3-9BF7-BE833EB14C88}" destId="{FDE4E660-F8C2-4D36-B506-1E3A64AEF930}" srcOrd="0" destOrd="0" presId="urn:microsoft.com/office/officeart/2005/8/layout/default"/>
    <dgm:cxn modelId="{C0B340CE-1B1D-47CA-A411-F8B2373A7000}" srcId="{810B792A-5BE1-4DB3-9BF7-BE833EB14C88}" destId="{8B1265D2-9F0F-479E-9184-DEA70534D78E}" srcOrd="6" destOrd="0" parTransId="{FFAACFB9-6305-4ABB-ACED-2FE0891367D5}" sibTransId="{D9C8129A-E6B7-440F-83D5-20E2A8C81E48}"/>
    <dgm:cxn modelId="{606108D1-F06F-452A-9D2E-C34AE1126B94}" type="presOf" srcId="{AE35EED2-F5F2-4B78-8A5B-EE24D98362A7}" destId="{94FCC139-DA1C-4645-9577-AAFAA191EE67}" srcOrd="0" destOrd="0" presId="urn:microsoft.com/office/officeart/2005/8/layout/default"/>
    <dgm:cxn modelId="{773DB9D5-7F9F-4924-8857-03E01E31F968}" type="presOf" srcId="{35000802-19A6-42DF-AF83-6B7D32C67BB1}" destId="{47A0B36B-A5B7-4971-8634-39F806D781B0}" srcOrd="0" destOrd="0" presId="urn:microsoft.com/office/officeart/2005/8/layout/default"/>
    <dgm:cxn modelId="{FA964AE9-1F2D-4770-AC3C-AF848D87712E}" type="presParOf" srcId="{FDE4E660-F8C2-4D36-B506-1E3A64AEF930}" destId="{232C4676-792E-4B8D-9A96-F0E5D4FCE6F1}" srcOrd="0" destOrd="0" presId="urn:microsoft.com/office/officeart/2005/8/layout/default"/>
    <dgm:cxn modelId="{598E6FB4-75C3-48E2-BA84-A37F5F5E2BEB}" type="presParOf" srcId="{FDE4E660-F8C2-4D36-B506-1E3A64AEF930}" destId="{1F37CC9F-2296-4AB7-B9E1-B55B8DA60E59}" srcOrd="1" destOrd="0" presId="urn:microsoft.com/office/officeart/2005/8/layout/default"/>
    <dgm:cxn modelId="{66A10E42-A1E1-4C67-AEF4-5BE15070A0AE}" type="presParOf" srcId="{FDE4E660-F8C2-4D36-B506-1E3A64AEF930}" destId="{B8F73CBD-7018-4062-8F5B-966117F61366}" srcOrd="2" destOrd="0" presId="urn:microsoft.com/office/officeart/2005/8/layout/default"/>
    <dgm:cxn modelId="{60621404-7379-4E10-BDCF-B9AB5A6CC736}" type="presParOf" srcId="{FDE4E660-F8C2-4D36-B506-1E3A64AEF930}" destId="{B96E216F-733D-4B9D-A4A4-271F0279F050}" srcOrd="3" destOrd="0" presId="urn:microsoft.com/office/officeart/2005/8/layout/default"/>
    <dgm:cxn modelId="{462F63D1-D5D7-4DFC-B681-B75E77E0A62A}" type="presParOf" srcId="{FDE4E660-F8C2-4D36-B506-1E3A64AEF930}" destId="{86382B13-EAAE-49CC-BEAC-6EC571EDEABA}" srcOrd="4" destOrd="0" presId="urn:microsoft.com/office/officeart/2005/8/layout/default"/>
    <dgm:cxn modelId="{29154863-C90F-42FB-A260-A9287541091E}" type="presParOf" srcId="{FDE4E660-F8C2-4D36-B506-1E3A64AEF930}" destId="{0C3AB330-B0A9-40B2-9577-470A93E10E29}" srcOrd="5" destOrd="0" presId="urn:microsoft.com/office/officeart/2005/8/layout/default"/>
    <dgm:cxn modelId="{D318493D-6168-401D-B04A-F37B6117EC01}" type="presParOf" srcId="{FDE4E660-F8C2-4D36-B506-1E3A64AEF930}" destId="{F941F50F-3582-45F0-B32C-680507600528}" srcOrd="6" destOrd="0" presId="urn:microsoft.com/office/officeart/2005/8/layout/default"/>
    <dgm:cxn modelId="{4EA6C063-B1B0-4712-A463-4416700FB3FE}" type="presParOf" srcId="{FDE4E660-F8C2-4D36-B506-1E3A64AEF930}" destId="{360C4BE9-1DD7-4F24-BE77-83C25344ADF1}" srcOrd="7" destOrd="0" presId="urn:microsoft.com/office/officeart/2005/8/layout/default"/>
    <dgm:cxn modelId="{56030B4C-A1CA-4F1E-8553-4105A58DD78B}" type="presParOf" srcId="{FDE4E660-F8C2-4D36-B506-1E3A64AEF930}" destId="{47A0B36B-A5B7-4971-8634-39F806D781B0}" srcOrd="8" destOrd="0" presId="urn:microsoft.com/office/officeart/2005/8/layout/default"/>
    <dgm:cxn modelId="{002E3550-4797-4494-989E-E1FA212DF47F}" type="presParOf" srcId="{FDE4E660-F8C2-4D36-B506-1E3A64AEF930}" destId="{ADBEC17E-FB1F-4D23-A4BF-C2E45003879D}" srcOrd="9" destOrd="0" presId="urn:microsoft.com/office/officeart/2005/8/layout/default"/>
    <dgm:cxn modelId="{319FB7E8-F2CD-4849-AF57-3516B4C1E25B}" type="presParOf" srcId="{FDE4E660-F8C2-4D36-B506-1E3A64AEF930}" destId="{94FCC139-DA1C-4645-9577-AAFAA191EE67}" srcOrd="10" destOrd="0" presId="urn:microsoft.com/office/officeart/2005/8/layout/default"/>
    <dgm:cxn modelId="{C22BE33E-EE0B-41BC-9568-63362EB02F72}" type="presParOf" srcId="{FDE4E660-F8C2-4D36-B506-1E3A64AEF930}" destId="{4D2CE41A-6954-4615-AAAC-9147F0F58CAA}" srcOrd="11" destOrd="0" presId="urn:microsoft.com/office/officeart/2005/8/layout/default"/>
    <dgm:cxn modelId="{D98070A2-DE9B-4EC6-92AA-715248837AEF}" type="presParOf" srcId="{FDE4E660-F8C2-4D36-B506-1E3A64AEF930}" destId="{A0D04876-8CC5-4136-81A2-252045A8A15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22525A-058D-4102-9A68-98A5DE337A3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163532-999A-4D2C-9CE0-3253C8D27D7C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0CC2DB-77E2-4081-961B-B38DE0429647}" type="parTrans" cxnId="{10314670-A067-423A-80F3-18B4E6551028}">
      <dgm:prSet/>
      <dgm:spPr/>
      <dgm:t>
        <a:bodyPr/>
        <a:lstStyle/>
        <a:p>
          <a:endParaRPr lang="en-US"/>
        </a:p>
      </dgm:t>
    </dgm:pt>
    <dgm:pt modelId="{14DE53F3-D264-4BC6-B082-93A2B0148938}" type="sibTrans" cxnId="{10314670-A067-423A-80F3-18B4E6551028}">
      <dgm:prSet/>
      <dgm:spPr/>
      <dgm:t>
        <a:bodyPr/>
        <a:lstStyle/>
        <a:p>
          <a:endParaRPr lang="en-US"/>
        </a:p>
      </dgm:t>
    </dgm:pt>
    <dgm:pt modelId="{0BB0E93A-ED95-4DBE-ADEA-345D448067E5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AgeWell bridges the digital gap for elderly users.</a:t>
          </a:r>
        </a:p>
      </dgm:t>
    </dgm:pt>
    <dgm:pt modelId="{3BC4EA3D-1D4C-440E-8B18-30F18DD4E05C}" type="parTrans" cxnId="{486B85FD-3811-474F-83D3-C63EF6E935C6}">
      <dgm:prSet/>
      <dgm:spPr/>
      <dgm:t>
        <a:bodyPr/>
        <a:lstStyle/>
        <a:p>
          <a:endParaRPr lang="en-US"/>
        </a:p>
      </dgm:t>
    </dgm:pt>
    <dgm:pt modelId="{DEB1F7CB-7D3D-44D9-AF23-D4607E51D546}" type="sibTrans" cxnId="{486B85FD-3811-474F-83D3-C63EF6E935C6}">
      <dgm:prSet/>
      <dgm:spPr/>
      <dgm:t>
        <a:bodyPr/>
        <a:lstStyle/>
        <a:p>
          <a:endParaRPr lang="en-US"/>
        </a:p>
      </dgm:t>
    </dgm:pt>
    <dgm:pt modelId="{B2CBD9C9-ED10-4E1E-A06B-41480BE531E6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Combines health, finance, learning, and family support.</a:t>
          </a:r>
        </a:p>
      </dgm:t>
    </dgm:pt>
    <dgm:pt modelId="{DAECF77F-7DD0-407E-84D7-B6374DB39F2B}" type="parTrans" cxnId="{E70F0FED-27AE-4881-A9DE-FDD966E6413A}">
      <dgm:prSet/>
      <dgm:spPr/>
      <dgm:t>
        <a:bodyPr/>
        <a:lstStyle/>
        <a:p>
          <a:endParaRPr lang="en-US"/>
        </a:p>
      </dgm:t>
    </dgm:pt>
    <dgm:pt modelId="{B7307D6A-B66A-4C14-8FA8-B325AB9EAC41}" type="sibTrans" cxnId="{E70F0FED-27AE-4881-A9DE-FDD966E6413A}">
      <dgm:prSet/>
      <dgm:spPr/>
      <dgm:t>
        <a:bodyPr/>
        <a:lstStyle/>
        <a:p>
          <a:endParaRPr lang="en-US"/>
        </a:p>
      </dgm:t>
    </dgm:pt>
    <dgm:pt modelId="{AA80134B-ED11-4E60-B99D-51C543DA843A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Promotes autonomy and emotional well-being.</a:t>
          </a:r>
        </a:p>
      </dgm:t>
    </dgm:pt>
    <dgm:pt modelId="{404805D1-F4C4-41F2-ACB6-1148BB2CED0C}" type="parTrans" cxnId="{A92EC3AC-628B-465D-907F-35782D8B872C}">
      <dgm:prSet/>
      <dgm:spPr/>
      <dgm:t>
        <a:bodyPr/>
        <a:lstStyle/>
        <a:p>
          <a:endParaRPr lang="en-US"/>
        </a:p>
      </dgm:t>
    </dgm:pt>
    <dgm:pt modelId="{5473EF05-9BD2-4573-975B-63E9E3AA6E68}" type="sibTrans" cxnId="{A92EC3AC-628B-465D-907F-35782D8B872C}">
      <dgm:prSet/>
      <dgm:spPr/>
      <dgm:t>
        <a:bodyPr/>
        <a:lstStyle/>
        <a:p>
          <a:endParaRPr lang="en-US"/>
        </a:p>
      </dgm:t>
    </dgm:pt>
    <dgm:pt modelId="{F62FC33A-D30D-4344-89C1-EA1D0C72AFE5}" type="pres">
      <dgm:prSet presAssocID="{7222525A-058D-4102-9A68-98A5DE337A36}" presName="Name0" presStyleCnt="0">
        <dgm:presLayoutVars>
          <dgm:dir/>
          <dgm:animLvl val="lvl"/>
          <dgm:resizeHandles val="exact"/>
        </dgm:presLayoutVars>
      </dgm:prSet>
      <dgm:spPr/>
    </dgm:pt>
    <dgm:pt modelId="{671A3FC6-F0FC-4649-B698-67403599E84D}" type="pres">
      <dgm:prSet presAssocID="{34163532-999A-4D2C-9CE0-3253C8D27D7C}" presName="linNode" presStyleCnt="0"/>
      <dgm:spPr/>
    </dgm:pt>
    <dgm:pt modelId="{CF7DFB22-B7BA-495A-9D1F-ACECAAA47396}" type="pres">
      <dgm:prSet presAssocID="{34163532-999A-4D2C-9CE0-3253C8D27D7C}" presName="parentText" presStyleLbl="node1" presStyleIdx="0" presStyleCnt="1" custLinFactNeighborX="-8490">
        <dgm:presLayoutVars>
          <dgm:chMax val="1"/>
          <dgm:bulletEnabled val="1"/>
        </dgm:presLayoutVars>
      </dgm:prSet>
      <dgm:spPr/>
    </dgm:pt>
    <dgm:pt modelId="{658EF828-8098-4ED2-8A19-446FBAAB9B52}" type="pres">
      <dgm:prSet presAssocID="{34163532-999A-4D2C-9CE0-3253C8D27D7C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F4206416-28B2-4B7D-89AC-72C97CDE24BA}" type="presOf" srcId="{AA80134B-ED11-4E60-B99D-51C543DA843A}" destId="{658EF828-8098-4ED2-8A19-446FBAAB9B52}" srcOrd="0" destOrd="2" presId="urn:microsoft.com/office/officeart/2005/8/layout/vList5"/>
    <dgm:cxn modelId="{8FC4A130-1D02-4F05-A36A-75F103CE556A}" type="presOf" srcId="{B2CBD9C9-ED10-4E1E-A06B-41480BE531E6}" destId="{658EF828-8098-4ED2-8A19-446FBAAB9B52}" srcOrd="0" destOrd="1" presId="urn:microsoft.com/office/officeart/2005/8/layout/vList5"/>
    <dgm:cxn modelId="{10314670-A067-423A-80F3-18B4E6551028}" srcId="{7222525A-058D-4102-9A68-98A5DE337A36}" destId="{34163532-999A-4D2C-9CE0-3253C8D27D7C}" srcOrd="0" destOrd="0" parTransId="{280CC2DB-77E2-4081-961B-B38DE0429647}" sibTransId="{14DE53F3-D264-4BC6-B082-93A2B0148938}"/>
    <dgm:cxn modelId="{A92EC3AC-628B-465D-907F-35782D8B872C}" srcId="{34163532-999A-4D2C-9CE0-3253C8D27D7C}" destId="{AA80134B-ED11-4E60-B99D-51C543DA843A}" srcOrd="2" destOrd="0" parTransId="{404805D1-F4C4-41F2-ACB6-1148BB2CED0C}" sibTransId="{5473EF05-9BD2-4573-975B-63E9E3AA6E68}"/>
    <dgm:cxn modelId="{AA57CDB6-14B4-4CF9-847B-A331BE4ED57C}" type="presOf" srcId="{34163532-999A-4D2C-9CE0-3253C8D27D7C}" destId="{CF7DFB22-B7BA-495A-9D1F-ACECAAA47396}" srcOrd="0" destOrd="0" presId="urn:microsoft.com/office/officeart/2005/8/layout/vList5"/>
    <dgm:cxn modelId="{E70F0FED-27AE-4881-A9DE-FDD966E6413A}" srcId="{34163532-999A-4D2C-9CE0-3253C8D27D7C}" destId="{B2CBD9C9-ED10-4E1E-A06B-41480BE531E6}" srcOrd="1" destOrd="0" parTransId="{DAECF77F-7DD0-407E-84D7-B6374DB39F2B}" sibTransId="{B7307D6A-B66A-4C14-8FA8-B325AB9EAC41}"/>
    <dgm:cxn modelId="{7AA8EAEF-3FA6-427E-B5EE-118EE03D0C5C}" type="presOf" srcId="{7222525A-058D-4102-9A68-98A5DE337A36}" destId="{F62FC33A-D30D-4344-89C1-EA1D0C72AFE5}" srcOrd="0" destOrd="0" presId="urn:microsoft.com/office/officeart/2005/8/layout/vList5"/>
    <dgm:cxn modelId="{191941F2-3992-482C-9967-A451C38F2CAC}" type="presOf" srcId="{0BB0E93A-ED95-4DBE-ADEA-345D448067E5}" destId="{658EF828-8098-4ED2-8A19-446FBAAB9B52}" srcOrd="0" destOrd="0" presId="urn:microsoft.com/office/officeart/2005/8/layout/vList5"/>
    <dgm:cxn modelId="{486B85FD-3811-474F-83D3-C63EF6E935C6}" srcId="{34163532-999A-4D2C-9CE0-3253C8D27D7C}" destId="{0BB0E93A-ED95-4DBE-ADEA-345D448067E5}" srcOrd="0" destOrd="0" parTransId="{3BC4EA3D-1D4C-440E-8B18-30F18DD4E05C}" sibTransId="{DEB1F7CB-7D3D-44D9-AF23-D4607E51D546}"/>
    <dgm:cxn modelId="{41A39B9F-FFFB-44E8-AED2-5159BDF2F6C3}" type="presParOf" srcId="{F62FC33A-D30D-4344-89C1-EA1D0C72AFE5}" destId="{671A3FC6-F0FC-4649-B698-67403599E84D}" srcOrd="0" destOrd="0" presId="urn:microsoft.com/office/officeart/2005/8/layout/vList5"/>
    <dgm:cxn modelId="{D4BE45B7-A957-44A5-B232-CDA5EE378ED5}" type="presParOf" srcId="{671A3FC6-F0FC-4649-B698-67403599E84D}" destId="{CF7DFB22-B7BA-495A-9D1F-ACECAAA47396}" srcOrd="0" destOrd="0" presId="urn:microsoft.com/office/officeart/2005/8/layout/vList5"/>
    <dgm:cxn modelId="{843F53CA-8AD5-419B-AD38-0A5218807478}" type="presParOf" srcId="{671A3FC6-F0FC-4649-B698-67403599E84D}" destId="{658EF828-8098-4ED2-8A19-446FBAAB9B5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DDE23B-725E-4EE6-83B4-24E83AEB4F0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D91CBD-5E4F-4B6E-8FD8-AB551E1BB9FD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Future scope:</a:t>
          </a:r>
        </a:p>
      </dgm:t>
    </dgm:pt>
    <dgm:pt modelId="{D93EE83A-65FF-4922-B4DB-57FAE397BF33}" type="parTrans" cxnId="{5EE53897-1ECF-4BFA-8423-380E5A5C6638}">
      <dgm:prSet/>
      <dgm:spPr/>
      <dgm:t>
        <a:bodyPr/>
        <a:lstStyle/>
        <a:p>
          <a:endParaRPr lang="en-US"/>
        </a:p>
      </dgm:t>
    </dgm:pt>
    <dgm:pt modelId="{A6403CDC-5C53-4B57-B9C8-C7B2DBB6BF28}" type="sibTrans" cxnId="{5EE53897-1ECF-4BFA-8423-380E5A5C6638}">
      <dgm:prSet/>
      <dgm:spPr/>
      <dgm:t>
        <a:bodyPr/>
        <a:lstStyle/>
        <a:p>
          <a:endParaRPr lang="en-US"/>
        </a:p>
      </dgm:t>
    </dgm:pt>
    <dgm:pt modelId="{33510AED-70DA-40B4-AB07-35205827FDD4}">
      <dgm:prSet custT="1"/>
      <dgm:spPr/>
      <dgm:t>
        <a:bodyPr/>
        <a:lstStyle/>
        <a:p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Voice integration</a:t>
          </a:r>
        </a:p>
      </dgm:t>
    </dgm:pt>
    <dgm:pt modelId="{DA0B3543-B81D-48CC-AB47-571F59DF89FF}" type="parTrans" cxnId="{2A4C28AE-0F34-4057-993D-DDBE54156CFA}">
      <dgm:prSet/>
      <dgm:spPr/>
      <dgm:t>
        <a:bodyPr/>
        <a:lstStyle/>
        <a:p>
          <a:endParaRPr lang="en-US"/>
        </a:p>
      </dgm:t>
    </dgm:pt>
    <dgm:pt modelId="{A59980FD-618D-4543-8AE4-50A70BAFB106}" type="sibTrans" cxnId="{2A4C28AE-0F34-4057-993D-DDBE54156CFA}">
      <dgm:prSet/>
      <dgm:spPr/>
      <dgm:t>
        <a:bodyPr/>
        <a:lstStyle/>
        <a:p>
          <a:endParaRPr lang="en-US"/>
        </a:p>
      </dgm:t>
    </dgm:pt>
    <dgm:pt modelId="{EAB306B0-E8AC-4839-A941-AB0CCEB01FA2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Multilingual support</a:t>
          </a:r>
        </a:p>
      </dgm:t>
    </dgm:pt>
    <dgm:pt modelId="{559A2331-6164-4296-9B2F-3F1A39FEDF0C}" type="parTrans" cxnId="{7A0BFE56-1AFC-4A24-8FC7-6D582338C4E9}">
      <dgm:prSet/>
      <dgm:spPr/>
      <dgm:t>
        <a:bodyPr/>
        <a:lstStyle/>
        <a:p>
          <a:endParaRPr lang="en-US"/>
        </a:p>
      </dgm:t>
    </dgm:pt>
    <dgm:pt modelId="{0AE6EF38-57F2-4AC7-8406-FCE4F65417D7}" type="sibTrans" cxnId="{7A0BFE56-1AFC-4A24-8FC7-6D582338C4E9}">
      <dgm:prSet/>
      <dgm:spPr/>
      <dgm:t>
        <a:bodyPr/>
        <a:lstStyle/>
        <a:p>
          <a:endParaRPr lang="en-US"/>
        </a:p>
      </dgm:t>
    </dgm:pt>
    <dgm:pt modelId="{2E3843CE-7C91-4C54-AC3A-F4364734FC30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Mobile app version</a:t>
          </a:r>
        </a:p>
      </dgm:t>
    </dgm:pt>
    <dgm:pt modelId="{92F7A7C3-2BE3-4E98-9696-44881C3054C7}" type="parTrans" cxnId="{F061B153-7932-4FC4-BC67-3A4CE111AEF2}">
      <dgm:prSet/>
      <dgm:spPr/>
      <dgm:t>
        <a:bodyPr/>
        <a:lstStyle/>
        <a:p>
          <a:endParaRPr lang="en-US"/>
        </a:p>
      </dgm:t>
    </dgm:pt>
    <dgm:pt modelId="{FB97C0F3-84FD-43FE-96E9-DAB26E39FCDB}" type="sibTrans" cxnId="{F061B153-7932-4FC4-BC67-3A4CE111AEF2}">
      <dgm:prSet/>
      <dgm:spPr/>
      <dgm:t>
        <a:bodyPr/>
        <a:lstStyle/>
        <a:p>
          <a:endParaRPr lang="en-US"/>
        </a:p>
      </dgm:t>
    </dgm:pt>
    <dgm:pt modelId="{597C4E25-79B4-4424-8D99-FC8F3743F0C8}" type="pres">
      <dgm:prSet presAssocID="{66DDE23B-725E-4EE6-83B4-24E83AEB4F04}" presName="Name0" presStyleCnt="0">
        <dgm:presLayoutVars>
          <dgm:dir/>
          <dgm:animLvl val="lvl"/>
          <dgm:resizeHandles val="exact"/>
        </dgm:presLayoutVars>
      </dgm:prSet>
      <dgm:spPr/>
    </dgm:pt>
    <dgm:pt modelId="{2BE489C2-8A81-447A-844E-BEA5C43306C2}" type="pres">
      <dgm:prSet presAssocID="{0BD91CBD-5E4F-4B6E-8FD8-AB551E1BB9FD}" presName="linNode" presStyleCnt="0"/>
      <dgm:spPr/>
    </dgm:pt>
    <dgm:pt modelId="{4E9A1926-39C5-4F04-922E-2ED8562FBB81}" type="pres">
      <dgm:prSet presAssocID="{0BD91CBD-5E4F-4B6E-8FD8-AB551E1BB9FD}" presName="parentText" presStyleLbl="node1" presStyleIdx="0" presStyleCnt="1" custLinFactNeighborX="-4035" custLinFactNeighborY="-3650">
        <dgm:presLayoutVars>
          <dgm:chMax val="1"/>
          <dgm:bulletEnabled val="1"/>
        </dgm:presLayoutVars>
      </dgm:prSet>
      <dgm:spPr/>
    </dgm:pt>
    <dgm:pt modelId="{FEF9F5F2-BC2F-4162-8F28-9CFC7BFE5C16}" type="pres">
      <dgm:prSet presAssocID="{0BD91CBD-5E4F-4B6E-8FD8-AB551E1BB9FD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855B2060-96C1-4C9B-BAE5-555135E79CB9}" type="presOf" srcId="{2E3843CE-7C91-4C54-AC3A-F4364734FC30}" destId="{FEF9F5F2-BC2F-4162-8F28-9CFC7BFE5C16}" srcOrd="0" destOrd="2" presId="urn:microsoft.com/office/officeart/2005/8/layout/vList5"/>
    <dgm:cxn modelId="{DD4B2746-139A-425E-A30A-48F5B756B7FA}" type="presOf" srcId="{33510AED-70DA-40B4-AB07-35205827FDD4}" destId="{FEF9F5F2-BC2F-4162-8F28-9CFC7BFE5C16}" srcOrd="0" destOrd="0" presId="urn:microsoft.com/office/officeart/2005/8/layout/vList5"/>
    <dgm:cxn modelId="{F061B153-7932-4FC4-BC67-3A4CE111AEF2}" srcId="{0BD91CBD-5E4F-4B6E-8FD8-AB551E1BB9FD}" destId="{2E3843CE-7C91-4C54-AC3A-F4364734FC30}" srcOrd="2" destOrd="0" parTransId="{92F7A7C3-2BE3-4E98-9696-44881C3054C7}" sibTransId="{FB97C0F3-84FD-43FE-96E9-DAB26E39FCDB}"/>
    <dgm:cxn modelId="{7A0BFE56-1AFC-4A24-8FC7-6D582338C4E9}" srcId="{0BD91CBD-5E4F-4B6E-8FD8-AB551E1BB9FD}" destId="{EAB306B0-E8AC-4839-A941-AB0CCEB01FA2}" srcOrd="1" destOrd="0" parTransId="{559A2331-6164-4296-9B2F-3F1A39FEDF0C}" sibTransId="{0AE6EF38-57F2-4AC7-8406-FCE4F65417D7}"/>
    <dgm:cxn modelId="{5EE53897-1ECF-4BFA-8423-380E5A5C6638}" srcId="{66DDE23B-725E-4EE6-83B4-24E83AEB4F04}" destId="{0BD91CBD-5E4F-4B6E-8FD8-AB551E1BB9FD}" srcOrd="0" destOrd="0" parTransId="{D93EE83A-65FF-4922-B4DB-57FAE397BF33}" sibTransId="{A6403CDC-5C53-4B57-B9C8-C7B2DBB6BF28}"/>
    <dgm:cxn modelId="{2A4C28AE-0F34-4057-993D-DDBE54156CFA}" srcId="{0BD91CBD-5E4F-4B6E-8FD8-AB551E1BB9FD}" destId="{33510AED-70DA-40B4-AB07-35205827FDD4}" srcOrd="0" destOrd="0" parTransId="{DA0B3543-B81D-48CC-AB47-571F59DF89FF}" sibTransId="{A59980FD-618D-4543-8AE4-50A70BAFB106}"/>
    <dgm:cxn modelId="{50DE55E8-F1C9-4E9E-A2EB-0781AD47C32A}" type="presOf" srcId="{0BD91CBD-5E4F-4B6E-8FD8-AB551E1BB9FD}" destId="{4E9A1926-39C5-4F04-922E-2ED8562FBB81}" srcOrd="0" destOrd="0" presId="urn:microsoft.com/office/officeart/2005/8/layout/vList5"/>
    <dgm:cxn modelId="{4D90FAED-ACEA-4AAF-9BE3-676AFF7AEC6C}" type="presOf" srcId="{66DDE23B-725E-4EE6-83B4-24E83AEB4F04}" destId="{597C4E25-79B4-4424-8D99-FC8F3743F0C8}" srcOrd="0" destOrd="0" presId="urn:microsoft.com/office/officeart/2005/8/layout/vList5"/>
    <dgm:cxn modelId="{7A25AEFF-8C06-4764-8588-2A03C0A9C424}" type="presOf" srcId="{EAB306B0-E8AC-4839-A941-AB0CCEB01FA2}" destId="{FEF9F5F2-BC2F-4162-8F28-9CFC7BFE5C16}" srcOrd="0" destOrd="1" presId="urn:microsoft.com/office/officeart/2005/8/layout/vList5"/>
    <dgm:cxn modelId="{2731E626-E99E-4A03-876F-D1CA697BA549}" type="presParOf" srcId="{597C4E25-79B4-4424-8D99-FC8F3743F0C8}" destId="{2BE489C2-8A81-447A-844E-BEA5C43306C2}" srcOrd="0" destOrd="0" presId="urn:microsoft.com/office/officeart/2005/8/layout/vList5"/>
    <dgm:cxn modelId="{87929E4B-0A25-49C0-80E2-2528238F3764}" type="presParOf" srcId="{2BE489C2-8A81-447A-844E-BEA5C43306C2}" destId="{4E9A1926-39C5-4F04-922E-2ED8562FBB81}" srcOrd="0" destOrd="0" presId="urn:microsoft.com/office/officeart/2005/8/layout/vList5"/>
    <dgm:cxn modelId="{A89B8C99-E5CD-4915-A486-C697A4851287}" type="presParOf" srcId="{2BE489C2-8A81-447A-844E-BEA5C43306C2}" destId="{FEF9F5F2-BC2F-4162-8F28-9CFC7BFE5C1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C4676-792E-4B8D-9A96-F0E5D4FCE6F1}">
      <dsp:nvSpPr>
        <dsp:cNvPr id="0" name=""/>
        <dsp:cNvSpPr/>
      </dsp:nvSpPr>
      <dsp:spPr>
        <a:xfrm>
          <a:off x="484108" y="2530"/>
          <a:ext cx="2245369" cy="13472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Web-based portal: AgeWell</a:t>
          </a:r>
        </a:p>
      </dsp:txBody>
      <dsp:txXfrm>
        <a:off x="484108" y="2530"/>
        <a:ext cx="2245369" cy="1347221"/>
      </dsp:txXfrm>
    </dsp:sp>
    <dsp:sp modelId="{B8F73CBD-7018-4062-8F5B-966117F61366}">
      <dsp:nvSpPr>
        <dsp:cNvPr id="0" name=""/>
        <dsp:cNvSpPr/>
      </dsp:nvSpPr>
      <dsp:spPr>
        <a:xfrm>
          <a:off x="2954015" y="2530"/>
          <a:ext cx="2245369" cy="13472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Senior-friendly interface (large fonts, simple navigation).</a:t>
          </a:r>
        </a:p>
      </dsp:txBody>
      <dsp:txXfrm>
        <a:off x="2954015" y="2530"/>
        <a:ext cx="2245369" cy="1347221"/>
      </dsp:txXfrm>
    </dsp:sp>
    <dsp:sp modelId="{86382B13-EAAE-49CC-BEAC-6EC571EDEABA}">
      <dsp:nvSpPr>
        <dsp:cNvPr id="0" name=""/>
        <dsp:cNvSpPr/>
      </dsp:nvSpPr>
      <dsp:spPr>
        <a:xfrm>
          <a:off x="5423921" y="2530"/>
          <a:ext cx="2245369" cy="13472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Modular design: Health, finance, learning, reminders.</a:t>
          </a:r>
        </a:p>
      </dsp:txBody>
      <dsp:txXfrm>
        <a:off x="5423921" y="2530"/>
        <a:ext cx="2245369" cy="1347221"/>
      </dsp:txXfrm>
    </dsp:sp>
    <dsp:sp modelId="{F941F50F-3582-45F0-B32C-680507600528}">
      <dsp:nvSpPr>
        <dsp:cNvPr id="0" name=""/>
        <dsp:cNvSpPr/>
      </dsp:nvSpPr>
      <dsp:spPr>
        <a:xfrm>
          <a:off x="484108" y="1574289"/>
          <a:ext cx="2245369" cy="13472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Tips Module for daily wellness and tech guidance.</a:t>
          </a:r>
        </a:p>
      </dsp:txBody>
      <dsp:txXfrm>
        <a:off x="484108" y="1574289"/>
        <a:ext cx="2245369" cy="1347221"/>
      </dsp:txXfrm>
    </dsp:sp>
    <dsp:sp modelId="{47A0B36B-A5B7-4971-8634-39F806D781B0}">
      <dsp:nvSpPr>
        <dsp:cNvPr id="0" name=""/>
        <dsp:cNvSpPr/>
      </dsp:nvSpPr>
      <dsp:spPr>
        <a:xfrm>
          <a:off x="2954015" y="1574289"/>
          <a:ext cx="2245369" cy="13472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Child account linkage for family monitoring.</a:t>
          </a:r>
        </a:p>
      </dsp:txBody>
      <dsp:txXfrm>
        <a:off x="2954015" y="1574289"/>
        <a:ext cx="2245369" cy="1347221"/>
      </dsp:txXfrm>
    </dsp:sp>
    <dsp:sp modelId="{94FCC139-DA1C-4645-9577-AAFAA191EE67}">
      <dsp:nvSpPr>
        <dsp:cNvPr id="0" name=""/>
        <dsp:cNvSpPr/>
      </dsp:nvSpPr>
      <dsp:spPr>
        <a:xfrm>
          <a:off x="5423921" y="1574289"/>
          <a:ext cx="2245369" cy="13472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Admin Panel for content management and support.</a:t>
          </a:r>
        </a:p>
      </dsp:txBody>
      <dsp:txXfrm>
        <a:off x="5423921" y="1574289"/>
        <a:ext cx="2245369" cy="1347221"/>
      </dsp:txXfrm>
    </dsp:sp>
    <dsp:sp modelId="{A0D04876-8CC5-4136-81A2-252045A8A15D}">
      <dsp:nvSpPr>
        <dsp:cNvPr id="0" name=""/>
        <dsp:cNvSpPr/>
      </dsp:nvSpPr>
      <dsp:spPr>
        <a:xfrm>
          <a:off x="2954015" y="3146047"/>
          <a:ext cx="2245369" cy="13472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Built-in notification system for platform alerts.</a:t>
          </a:r>
        </a:p>
      </dsp:txBody>
      <dsp:txXfrm>
        <a:off x="2954015" y="3146047"/>
        <a:ext cx="2245369" cy="13472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EF828-8098-4ED2-8A19-446FBAAB9B52}">
      <dsp:nvSpPr>
        <dsp:cNvPr id="0" name=""/>
        <dsp:cNvSpPr/>
      </dsp:nvSpPr>
      <dsp:spPr>
        <a:xfrm rot="5400000">
          <a:off x="1799112" y="175869"/>
          <a:ext cx="2619695" cy="29260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AgeWell bridges the digital gap for elderly users.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Combines health, finance, learning, and family support.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Promotes autonomy and emotional well-being.</a:t>
          </a:r>
        </a:p>
      </dsp:txBody>
      <dsp:txXfrm rot="-5400000">
        <a:off x="1645920" y="456945"/>
        <a:ext cx="2798197" cy="2363929"/>
      </dsp:txXfrm>
    </dsp:sp>
    <dsp:sp modelId="{CF7DFB22-B7BA-495A-9D1F-ACECAAA47396}">
      <dsp:nvSpPr>
        <dsp:cNvPr id="0" name=""/>
        <dsp:cNvSpPr/>
      </dsp:nvSpPr>
      <dsp:spPr>
        <a:xfrm>
          <a:off x="0" y="1600"/>
          <a:ext cx="1645920" cy="32746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0347" y="81947"/>
        <a:ext cx="1485226" cy="31139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F9F5F2-BC2F-4162-8F28-9CFC7BFE5C16}">
      <dsp:nvSpPr>
        <dsp:cNvPr id="0" name=""/>
        <dsp:cNvSpPr/>
      </dsp:nvSpPr>
      <dsp:spPr>
        <a:xfrm rot="5400000">
          <a:off x="1479606" y="302257"/>
          <a:ext cx="2562300" cy="25983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Voice integration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Multilingual support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Mobile app version</a:t>
          </a:r>
        </a:p>
      </dsp:txBody>
      <dsp:txXfrm rot="-5400000">
        <a:off x="1461577" y="445368"/>
        <a:ext cx="2473278" cy="2312138"/>
      </dsp:txXfrm>
    </dsp:sp>
    <dsp:sp modelId="{4E9A1926-39C5-4F04-922E-2ED8562FBB81}">
      <dsp:nvSpPr>
        <dsp:cNvPr id="0" name=""/>
        <dsp:cNvSpPr/>
      </dsp:nvSpPr>
      <dsp:spPr>
        <a:xfrm>
          <a:off x="0" y="0"/>
          <a:ext cx="1461576" cy="3202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Future scope:</a:t>
          </a:r>
        </a:p>
      </dsp:txBody>
      <dsp:txXfrm>
        <a:off x="71348" y="71348"/>
        <a:ext cx="1318880" cy="30601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18445B-3D83-48F8-8074-7A945437C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CF11-2565-4585-B14D-DE65C8B338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5D7F702-C849-4981-AD7E-916FA0F2FB34}" type="datetimeFigureOut">
              <a:rPr lang="en-US"/>
              <a:pPr>
                <a:defRPr/>
              </a:pPr>
              <a:t>6/3/2025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EBBC463-3244-48B7-9B27-FE9395C46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410931D-B801-4759-8B55-646BB45BD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9E9F1-013D-4E40-8E40-E44D90C541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E0D85-C464-4273-89B9-031AFAC5E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850892F-F9FC-456A-BEE2-9EDE45E6D0B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30125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10EEB2E-AD9B-413B-B6C3-EB5E837820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94E90F94-B400-4281-83AE-CCE5888FF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Presentation slide for courses, classes, lectures et al. 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1627386B-90AB-4EC7-BBB6-8EBBD1B3E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D71760B-D2A6-42F8-B9C5-E0C097D11814}" type="slidenum">
              <a:rPr lang="en-US">
                <a:solidFill>
                  <a:prstClr val="black"/>
                </a:solidFill>
                <a:latin typeface="Calibri"/>
                <a:cs typeface="+mn-cs"/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04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50892F-F9FC-456A-BEE2-9EDE45E6D0B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1325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BEFB50-DFDB-433B-8285-DB86B5D0C070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30C425-27A5-40AA-961A-8CFDE17FA4DD}"/>
              </a:ext>
            </a:extLst>
          </p:cNvPr>
          <p:cNvSpPr/>
          <p:nvPr/>
        </p:nvSpPr>
        <p:spPr>
          <a:xfrm>
            <a:off x="-9525" y="6053139"/>
            <a:ext cx="2249091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1B3EE-07D3-40CD-A5C9-E7B6A7D3EB55}"/>
              </a:ext>
            </a:extLst>
          </p:cNvPr>
          <p:cNvSpPr/>
          <p:nvPr/>
        </p:nvSpPr>
        <p:spPr>
          <a:xfrm>
            <a:off x="2358628" y="6043614"/>
            <a:ext cx="678537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50">
                <a:solidFill>
                  <a:srgbClr val="FFFFFF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3733BC89-84AA-4433-89FB-B7A7E5D1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9FDA555-E7D0-42F0-AC4C-4811C25EA4F9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2B60891-0B66-4CA7-88CB-DE5EC0A1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9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BE7F8AC-DBDA-417F-981D-F15B3426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8247BE2-61CD-463C-AD78-643FCA7B2A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669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D23AF-71EC-4251-B17F-BDD25760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5EB19C7-A313-4953-8844-CFDFBDB67712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A2D69-AA10-4583-9E8F-0A4D9446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E2A9D-5CE7-4FA5-BC28-FB271F75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8BBDA1B-EB2C-49E2-A1CF-4342CA4EF3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30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230AD3-0C7A-45F5-A43D-9C62B1FE456E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7C25B-6FC9-4FB2-9E6E-4912144234FE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32344-6E1C-4BEB-B4E3-5CFAA72A62DD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</p:spPr>
        <p:txBody>
          <a:bodyPr/>
          <a:lstStyle>
            <a:lvl1pPr>
              <a:buNone/>
              <a:defRPr sz="210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33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4E06E9CF-DCA0-4469-9588-146DDA3B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50DA2-C70C-4FFB-9E2D-CA69753C4E81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024E1A5F-0041-47BD-AB34-3894313F5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295400" cy="701675"/>
          </a:xfrm>
        </p:spPr>
        <p:txBody>
          <a:bodyPr>
            <a:no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66A1CEC-9DD6-4F71-8FF7-224B44B36D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3F02C43B-73CC-4732-8E2B-39CB4F86C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370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38A05C4A-FA42-4D8C-B6A5-0F623E6E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2A22236-1168-4432-ABC0-6C926F115FB2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75BC25A-D772-4BAD-82C5-8DE60CDA04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D9237E2-D6D8-4F93-B4E7-7A3A919C42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A359C2BF-21AF-4D80-AF5B-B2C0FCB014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4604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31028AF4-9E92-4B7F-8FF5-70E8FC8C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dirty="0"/>
            </a:lvl1pPr>
          </a:lstStyle>
          <a:p>
            <a:pPr>
              <a:defRPr/>
            </a:pPr>
            <a:fld id="{3D2B433E-0492-43EF-A4EE-44302D691569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E1D98D76-29B8-4104-9B56-41E0C2B6C0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4194F72-16B3-45E5-89BA-A531D9C6F9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9ABC4DA1-E98C-46DB-8CFC-528377A9E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2609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D27DB-781C-4E9A-BD52-304D332D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E7950DC9-D196-45CC-BA9F-D6D5EE325BD5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86506-D8E7-4646-B7C2-4FD74707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53B6E-7646-4B77-8451-44B7A82A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D1442FA-41D6-4256-AB11-698261B17F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2927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99147-29DF-4A7C-8453-281A248D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3B4A3-0DFD-4DB7-87BB-BDD024516FD0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37661-D16B-47AD-A3C6-F4279F63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F0016-F045-4EFE-9DBB-8B83615E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9458CC-7BDB-4AF7-84A8-156B462129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7874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m_globe.png">
            <a:extLst>
              <a:ext uri="{FF2B5EF4-FFF2-40B4-BE49-F238E27FC236}">
                <a16:creationId xmlns:a16="http://schemas.microsoft.com/office/drawing/2014/main" id="{09D0E091-9432-4B8A-83A8-FAA0571AE4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72" y="1755775"/>
            <a:ext cx="1614488" cy="1689100"/>
          </a:xfrm>
          <a:prstGeom prst="rect">
            <a:avLst/>
          </a:prstGeom>
          <a:noFill/>
          <a:ln w="50800" cap="sq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A5AAB-E0EE-42C4-9DC4-6495C870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168CF-9361-4963-AFD4-61E898C8E6D4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74615-F617-433B-BCA5-EEDB193A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2315F-E1FB-4BBC-9A69-9E76F921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AC466F-202A-449E-ABD9-88FA7D4138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717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C81B99-AD79-4350-B1B4-4A9A5B2E1411}"/>
              </a:ext>
            </a:extLst>
          </p:cNvPr>
          <p:cNvSpPr/>
          <p:nvPr/>
        </p:nvSpPr>
        <p:spPr bwMode="white">
          <a:xfrm>
            <a:off x="-9525" y="4572001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30C86-7539-4707-BB1E-130DEE07594C}"/>
              </a:ext>
            </a:extLst>
          </p:cNvPr>
          <p:cNvSpPr/>
          <p:nvPr/>
        </p:nvSpPr>
        <p:spPr>
          <a:xfrm>
            <a:off x="-9525" y="4664075"/>
            <a:ext cx="1463279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F932B-EE3A-413F-8794-3061763118EA}"/>
              </a:ext>
            </a:extLst>
          </p:cNvPr>
          <p:cNvSpPr/>
          <p:nvPr/>
        </p:nvSpPr>
        <p:spPr>
          <a:xfrm>
            <a:off x="1544241" y="4654550"/>
            <a:ext cx="7599759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CDC2E-C064-4B1C-9FEF-B25D088F4C9E}"/>
              </a:ext>
            </a:extLst>
          </p:cNvPr>
          <p:cNvSpPr/>
          <p:nvPr/>
        </p:nvSpPr>
        <p:spPr bwMode="white">
          <a:xfrm>
            <a:off x="1447800" y="1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275"/>
            </a:lvl1pPr>
            <a:lvl2pPr>
              <a:buFontTx/>
              <a:buNone/>
              <a:defRPr sz="900"/>
            </a:lvl2pPr>
            <a:lvl3pPr>
              <a:buFontTx/>
              <a:buNone/>
              <a:defRPr sz="750"/>
            </a:lvl3pPr>
            <a:lvl4pPr>
              <a:buFontTx/>
              <a:buNone/>
              <a:defRPr sz="675"/>
            </a:lvl4pPr>
            <a:lvl5pPr>
              <a:buFontTx/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1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6F6A6835-255E-4F53-B0A2-B0B3683D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1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A64BEE4-B63B-4B07-A227-E3BC01DE73A7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2BA4851-7472-4558-AF6A-2F94ED631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447800" cy="663575"/>
          </a:xfrm>
        </p:spPr>
        <p:txBody>
          <a:bodyPr rtlCol="0"/>
          <a:lstStyle>
            <a:lvl1pPr>
              <a:defRPr sz="2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8110B99-22AD-4655-8E97-9D99EF66D4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8C69500C-8063-44CD-BB8C-9F570B8D59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1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2205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9E2AC5C-2BDA-4ED0-A8CA-408672F7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59BA1-3B3D-49D7-B679-4527783122F8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9DD99E1-9A49-4EB3-9467-57A67F5F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BB8BDF-113A-4D93-A64B-0BF6D345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20B14-E841-43C9-B349-AC4B576B0B80}" type="slidenum">
              <a:rPr lang="en-US"/>
              <a:pPr>
                <a:defRPr/>
              </a:p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89830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8BDF40-E20B-4BD8-84C1-E65583DF3F27}"/>
              </a:ext>
            </a:extLst>
          </p:cNvPr>
          <p:cNvSpPr/>
          <p:nvPr/>
        </p:nvSpPr>
        <p:spPr bwMode="white">
          <a:xfrm>
            <a:off x="6096000" y="0"/>
            <a:ext cx="320279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29C48-D796-4AA1-B2C2-92BDFCA12EB1}"/>
              </a:ext>
            </a:extLst>
          </p:cNvPr>
          <p:cNvSpPr/>
          <p:nvPr/>
        </p:nvSpPr>
        <p:spPr>
          <a:xfrm>
            <a:off x="6142435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9E37C-2198-4D37-B81B-E710DF5B30FF}"/>
              </a:ext>
            </a:extLst>
          </p:cNvPr>
          <p:cNvSpPr/>
          <p:nvPr/>
        </p:nvSpPr>
        <p:spPr>
          <a:xfrm>
            <a:off x="6142435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2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7357676-74DF-4791-B288-69977DC9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1"/>
            <a:ext cx="22098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9126EFFC-9F40-4763-B739-1C539166ACDE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691A4D-8A37-4BF3-AA0E-515C1169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1"/>
            <a:ext cx="557331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76B00B-ADE0-415F-8138-D1827CD9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439" y="144661"/>
            <a:ext cx="533400" cy="24407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BE1C5-EE8B-4BC6-9CA6-2359143DF2B8}" type="slidenum">
              <a:rPr lang="en-US"/>
              <a:pPr>
                <a:defRPr/>
              </a:p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99903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A4F6F228-293F-451A-B398-4A2C5AA1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0054C995-A101-40E4-88AF-8CCA2230FDF4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CCA5FA8B-1308-4FEA-BD7F-309CB578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4ABA97CD-1067-4741-8A30-67782654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8C804-4DE3-41CC-98C1-05EC14125A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7902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357529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21">
            <a:extLst>
              <a:ext uri="{FF2B5EF4-FFF2-40B4-BE49-F238E27FC236}">
                <a16:creationId xmlns:a16="http://schemas.microsoft.com/office/drawing/2014/main" id="{08246714-135A-4141-B338-011310AA9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12">
            <a:extLst>
              <a:ext uri="{FF2B5EF4-FFF2-40B4-BE49-F238E27FC236}">
                <a16:creationId xmlns:a16="http://schemas.microsoft.com/office/drawing/2014/main" id="{8F4F6B3D-18ED-42C1-A268-20AE208D8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3172" y="1600201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0DC14AD-E591-4E58-B1A5-35E0EC923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1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50" dirty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932F45-0E06-4599-AAE4-53FB7B523600}" type="datetime8">
              <a:rPr lang="en-US" smtClean="0"/>
              <a:pPr>
                <a:defRPr/>
              </a:pPr>
              <a:t>6/3/2025 6:09 PM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26FEA4-D403-4009-AE9A-7A81A9DD7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1"/>
            <a:ext cx="5420916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241F5-43F5-4215-A37F-BA0C8B434726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CE3FE-C047-4327-A035-6DFB11A6800F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C8A25-7CFF-4E69-B8EE-4718F8D4EF3C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6567ECF-60C7-489E-AFDA-40C4EB807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83ACCE-3850-4732-B3C7-553D9AFBE5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</p:sldLayoutIdLst>
  <p:transition spd="slow">
    <p:push dir="u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9pPr>
    </p:titleStyle>
    <p:bodyStyle>
      <a:lvl1pPr marL="239316" indent="-239316" algn="l" rtl="0" eaLnBrk="0" fontAlgn="base" hangingPunct="0">
        <a:spcBef>
          <a:spcPts val="525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204788" algn="l" rtl="0" eaLnBrk="0" fontAlgn="base" hangingPunct="0">
        <a:spcBef>
          <a:spcPts val="413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171450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SzPct val="7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71450" algn="l" rtl="0" eaLnBrk="0" fontAlgn="base" hangingPunct="0">
        <a:spcBef>
          <a:spcPts val="300"/>
        </a:spcBef>
        <a:spcAft>
          <a:spcPct val="0"/>
        </a:spcAft>
        <a:buClr>
          <a:srgbClr val="C4652D"/>
        </a:buClr>
        <a:buSzPct val="6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577340" indent="-17145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7145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7145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7145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hyperlink" Target="https://agewell-5jt8.onrender.com/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85A211-1621-40B3-8498-92D63F04F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9237" y="6146363"/>
            <a:ext cx="6454086" cy="514350"/>
          </a:xfrm>
        </p:spPr>
        <p:txBody>
          <a:bodyPr>
            <a:no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Institute of Engineering &amp; Technology (Autonomous)</a:t>
            </a:r>
          </a:p>
        </p:txBody>
      </p:sp>
      <p:pic>
        <p:nvPicPr>
          <p:cNvPr id="17412" name="Picture 6" descr="shrast.png">
            <a:extLst>
              <a:ext uri="{FF2B5EF4-FFF2-40B4-BE49-F238E27FC236}">
                <a16:creationId xmlns:a16="http://schemas.microsoft.com/office/drawing/2014/main" id="{863684A2-ACEE-402C-8327-54A487081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5" y="6134848"/>
            <a:ext cx="878038" cy="537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747A4E-E27F-440E-AC5C-08CA6872DEFA}"/>
              </a:ext>
            </a:extLst>
          </p:cNvPr>
          <p:cNvSpPr txBox="1">
            <a:spLocks/>
          </p:cNvSpPr>
          <p:nvPr/>
        </p:nvSpPr>
        <p:spPr bwMode="auto">
          <a:xfrm>
            <a:off x="1688306" y="1828800"/>
            <a:ext cx="37719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normAutofit fontScale="97500"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pPr eaLnBrk="1" hangingPunct="1">
              <a:defRPr/>
            </a:pPr>
            <a:endParaRPr lang="en-US" sz="2250" dirty="0">
              <a:solidFill>
                <a:srgbClr val="42445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5" name="TextBox 3">
            <a:extLst>
              <a:ext uri="{FF2B5EF4-FFF2-40B4-BE49-F238E27FC236}">
                <a16:creationId xmlns:a16="http://schemas.microsoft.com/office/drawing/2014/main" id="{829753C7-FA66-496E-A2F6-D15FD2486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108"/>
            <a:ext cx="9228083" cy="535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 eaLnBrk="1" hangingPunct="1"/>
            <a:endParaRPr lang="en-US" altLang="en-US" sz="9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(COM-811) Presentation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CSE 8</a:t>
            </a:r>
            <a:r>
              <a:rPr lang="en-US" altLang="en-US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Batch 2021-2025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AgeWell– A Smart Portal for Senior Citizen Support </a:t>
            </a:r>
          </a:p>
          <a:p>
            <a:pPr algn="ctr" eaLnBrk="1" hangingPunct="1">
              <a:lnSpc>
                <a:spcPct val="150000"/>
              </a:lnSpc>
            </a:pP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IN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22074-7C1A-055B-C38B-7D91296FF636}"/>
              </a:ext>
            </a:extLst>
          </p:cNvPr>
          <p:cNvSpPr txBox="1"/>
          <p:nvPr/>
        </p:nvSpPr>
        <p:spPr>
          <a:xfrm>
            <a:off x="808182" y="4576703"/>
            <a:ext cx="75276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8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Anjana Sharma(2021a1r011)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(2021a1r039)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Rakshit Gupta (2021a1r050)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logo with a letter m&#10;&#10;Description automatically generated">
            <a:extLst>
              <a:ext uri="{FF2B5EF4-FFF2-40B4-BE49-F238E27FC236}">
                <a16:creationId xmlns:a16="http://schemas.microsoft.com/office/drawing/2014/main" id="{E7CC7D9B-1886-E6F2-D84E-150968100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053" y="3069497"/>
            <a:ext cx="6278641" cy="15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491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DFD5-DCAA-E5A0-62FF-4CC73C57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3F4158E-5F48-D6BF-1598-DA1C9B767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56367"/>
            <a:ext cx="8153400" cy="738352"/>
          </a:xfrm>
        </p:spPr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D38FBEE-3D6C-BF67-6B9A-F19489340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186" y="1616364"/>
            <a:ext cx="8740429" cy="5191658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Solution &amp; Innovation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(Technology Stack)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/ Workflow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 / Outcomes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B351EA-5CDE-CBDF-7FE6-78CF39AE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2</a:t>
            </a:fld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88F4E-D4A1-85B2-4133-D179E4DA15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624" y="2732809"/>
            <a:ext cx="3159991" cy="315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288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0CDBD5-21F7-77E5-85FD-15E6BA3AA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80089"/>
            <a:ext cx="8153400" cy="990600"/>
          </a:xfrm>
        </p:spPr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E894D0B-7C4B-1AD0-0286-F8D9258C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CCF10E69-2F7C-7136-8E95-3F4D6CDBD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C99DDB-E1AC-7B23-8726-96D597E7D043}"/>
              </a:ext>
            </a:extLst>
          </p:cNvPr>
          <p:cNvSpPr txBox="1"/>
          <p:nvPr/>
        </p:nvSpPr>
        <p:spPr>
          <a:xfrm>
            <a:off x="163068" y="2140435"/>
            <a:ext cx="4527804" cy="3618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digitalization has transformed daily life.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citizens often struggle with: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app interfaces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accessibility features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digital literacy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others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medications or bills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isolation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54C13-9CD7-F8A6-11C9-F715321C1251}"/>
              </a:ext>
            </a:extLst>
          </p:cNvPr>
          <p:cNvSpPr txBox="1"/>
          <p:nvPr/>
        </p:nvSpPr>
        <p:spPr>
          <a:xfrm>
            <a:off x="4930140" y="2140435"/>
            <a:ext cx="4114800" cy="36182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are not designed for senior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lack tools to manage: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schedules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tracking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learning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 and emergencies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solution for both independence and family monitoring.</a:t>
            </a:r>
          </a:p>
        </p:txBody>
      </p:sp>
      <p:pic>
        <p:nvPicPr>
          <p:cNvPr id="1027" name="Picture 3" descr="How do I write a problem statement?">
            <a:extLst>
              <a:ext uri="{FF2B5EF4-FFF2-40B4-BE49-F238E27FC236}">
                <a16:creationId xmlns:a16="http://schemas.microsoft.com/office/drawing/2014/main" id="{25F535BC-384B-3B80-A1B2-4F9602BC2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215" y="216058"/>
            <a:ext cx="1333881" cy="100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D34A-C97A-EE07-A585-A503E4AF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38E30A1-552C-17A6-237A-CC8B7159B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064" y="337768"/>
            <a:ext cx="8153400" cy="717330"/>
          </a:xfrm>
        </p:spPr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A5DF384-D7AC-A9E2-227F-BCFB1619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B402238B-A59C-131A-CD2A-726088402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16596-F33F-40B7-9896-945F6684D1E1}"/>
              </a:ext>
            </a:extLst>
          </p:cNvPr>
          <p:cNvSpPr txBox="1">
            <a:spLocks/>
          </p:cNvSpPr>
          <p:nvPr/>
        </p:nvSpPr>
        <p:spPr>
          <a:xfrm>
            <a:off x="4844901" y="1589567"/>
            <a:ext cx="38862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239316" indent="-239316" algn="l" rtl="0" eaLnBrk="0" fontAlgn="base" hangingPunct="0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0" fontAlgn="base" hangingPunct="0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68F3E-B64D-8A81-A0F5-5B4B2C34FD26}"/>
              </a:ext>
            </a:extLst>
          </p:cNvPr>
          <p:cNvSpPr txBox="1"/>
          <p:nvPr/>
        </p:nvSpPr>
        <p:spPr>
          <a:xfrm>
            <a:off x="412898" y="1883468"/>
            <a:ext cx="4049373" cy="4278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 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easy-to-use digital portal tailored for senior citizens.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platform for organizing and joining social events.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expense tracking and bill reminders through a finance module.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medicine reminder system with caregiver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a simple tool to set and manage daily task reminders.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90EF8-FB94-8CCE-4287-9292359ADEC5}"/>
              </a:ext>
            </a:extLst>
          </p:cNvPr>
          <p:cNvSpPr txBox="1"/>
          <p:nvPr/>
        </p:nvSpPr>
        <p:spPr>
          <a:xfrm>
            <a:off x="4983480" y="1883468"/>
            <a:ext cx="3986784" cy="4278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Supportive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Learning Corner with digital guides and tutorial requests.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daily health and technology tips for ongoing awareness.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family involvement through a dedicated child user panel.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an admin dashboard for content control and feedback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profile management with emergency contact options.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 descr="Project Objectives Examples &amp; Tips to Accomplish Your Goals">
            <a:extLst>
              <a:ext uri="{FF2B5EF4-FFF2-40B4-BE49-F238E27FC236}">
                <a16:creationId xmlns:a16="http://schemas.microsoft.com/office/drawing/2014/main" id="{E8E366C5-2E2E-61CC-733C-FB793C478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094" y="149222"/>
            <a:ext cx="1625007" cy="105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634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8C42-0F8C-2BB7-64E2-A5F5AA06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 wrap="square" anchor="ctr">
            <a:normAutofit/>
          </a:bodyPr>
          <a:lstStyle/>
          <a:p>
            <a:r>
              <a:rPr lang="en-IN" b="1"/>
              <a:t>Proposed Solution &amp; Innovation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8C04BD-E78D-10D3-6755-364519B8A2F0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04599430"/>
              </p:ext>
            </p:extLst>
          </p:nvPr>
        </p:nvGraphicFramePr>
        <p:xfrm>
          <a:off x="612648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1ED8AB0-79CA-298D-6D92-3465ECEE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15115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EF43-CEB9-FD6E-2D2B-46023DF3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CD87-4A37-4B48-EBE8-69C7A0EB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(Technology Stack)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1F45B-F3DB-BBD5-4D5B-9C96A6645242}"/>
              </a:ext>
            </a:extLst>
          </p:cNvPr>
          <p:cNvSpPr txBox="1"/>
          <p:nvPr/>
        </p:nvSpPr>
        <p:spPr>
          <a:xfrm>
            <a:off x="612648" y="2304287"/>
            <a:ext cx="364845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Bootstrap 5</a:t>
            </a:r>
          </a:p>
          <a:p>
            <a:pPr marL="285750" indent="-2857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JavaScript, Jinja2 templates</a:t>
            </a:r>
          </a:p>
          <a:p>
            <a:pPr>
              <a:buClrTx/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(Python)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0FA1E-BBF8-0BE2-767B-A1E6A0176EDC}"/>
              </a:ext>
            </a:extLst>
          </p:cNvPr>
          <p:cNvSpPr txBox="1"/>
          <p:nvPr/>
        </p:nvSpPr>
        <p:spPr>
          <a:xfrm>
            <a:off x="5081016" y="2322574"/>
            <a:ext cx="3450336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(NoSQL)</a:t>
            </a: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Libraries/Tools: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FullCalendar.js (calendar views)</a:t>
            </a:r>
          </a:p>
          <a:p>
            <a:pPr marL="285750" indent="-28575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 (finance visualization)</a:t>
            </a:r>
          </a:p>
          <a:p>
            <a:pPr marL="285750" indent="-28575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Flask-Login 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(security)</a:t>
            </a:r>
          </a:p>
        </p:txBody>
      </p:sp>
      <p:pic>
        <p:nvPicPr>
          <p:cNvPr id="3074" name="Picture 2" descr="Gloster-P92 Digital - HTML, CSS and JavaScript">
            <a:extLst>
              <a:ext uri="{FF2B5EF4-FFF2-40B4-BE49-F238E27FC236}">
                <a16:creationId xmlns:a16="http://schemas.microsoft.com/office/drawing/2014/main" id="{D4C0212F-AC47-C9F1-AEC1-834A5FE01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4654296"/>
            <a:ext cx="1647635" cy="164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derstanding Flask and Building Web API using Python and Flask. | by  Nikhil pentapalli | Analytics Vidhya | Medium">
            <a:extLst>
              <a:ext uri="{FF2B5EF4-FFF2-40B4-BE49-F238E27FC236}">
                <a16:creationId xmlns:a16="http://schemas.microsoft.com/office/drawing/2014/main" id="{F0649409-A50A-12EB-E6D0-34CC541983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9" t="-356" r="14588" b="7783"/>
          <a:stretch/>
        </p:blipFill>
        <p:spPr bwMode="auto">
          <a:xfrm>
            <a:off x="3429000" y="4633466"/>
            <a:ext cx="1847088" cy="158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ongoDB - AgileSparks">
            <a:extLst>
              <a:ext uri="{FF2B5EF4-FFF2-40B4-BE49-F238E27FC236}">
                <a16:creationId xmlns:a16="http://schemas.microsoft.com/office/drawing/2014/main" id="{81F4771B-0E29-A536-05FA-B42470F21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856" y="5064101"/>
            <a:ext cx="2679192" cy="72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690ABAC-A1BC-6D5D-53F4-71DFA59F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30898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7D2D-7D6C-A2A8-764A-6076087C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37A6-60EF-A30A-8843-F0BA3F2B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Flowchart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A45A2D1B-FDA0-45E7-651A-D9DD1ECE8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74" y="1516064"/>
            <a:ext cx="8651948" cy="5285935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C67C006-B817-4CC5-57FD-BBFBB26E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542575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434F-6A3C-4F68-D896-24D8731D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F197-CBA9-FEB8-ACC2-EDACDB37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8172B8-9071-C4F0-5345-11A0B408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8</a:t>
            </a:fld>
            <a:endParaRPr lang="en-US" altLang="en-US" dirty="0"/>
          </a:p>
        </p:txBody>
      </p:sp>
      <p:pic>
        <p:nvPicPr>
          <p:cNvPr id="4" name="Picture 3" descr="A diagram of a software dashboard&#10;&#10;AI-generated content may be incorrect.">
            <a:extLst>
              <a:ext uri="{FF2B5EF4-FFF2-40B4-BE49-F238E27FC236}">
                <a16:creationId xmlns:a16="http://schemas.microsoft.com/office/drawing/2014/main" id="{348D7072-D877-709B-53C3-B8F675EF8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490" y="1656016"/>
            <a:ext cx="4494086" cy="470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3618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5AB3-2BED-6226-21B3-4E600CFB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5C70-CB98-10E4-6795-B0A0F68A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99D74-D78D-5D2B-1C2F-76E29869BF8B}"/>
              </a:ext>
            </a:extLst>
          </p:cNvPr>
          <p:cNvSpPr txBox="1"/>
          <p:nvPr/>
        </p:nvSpPr>
        <p:spPr>
          <a:xfrm>
            <a:off x="91440" y="1847975"/>
            <a:ext cx="448056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Dashboard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role-based dashboards: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Panel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medicines, reminders, events, and tips.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Panel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linked elder’s activity, medicine intake, and reminders.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tutorials, feedback, and user monitoring.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C5B0E-B6D2-3F7F-0F16-060721AA8CD0}"/>
              </a:ext>
            </a:extLst>
          </p:cNvPr>
          <p:cNvSpPr txBox="1"/>
          <p:nvPr/>
        </p:nvSpPr>
        <p:spPr>
          <a:xfrm>
            <a:off x="4799076" y="1847975"/>
            <a:ext cx="4253484" cy="4185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Module-wise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 Management: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Add/edit/delete medicine entries.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reminders with completion checkboxes.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 Module: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personal reminders with date, time, and category.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reminders as completed.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Module: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regular and fixed expenses.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summaries using Chart.js.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join, and create community events.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view using FullCalendar.js.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Corner &amp; Tips: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guides for WhatsApp, YouTube, UPI,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daily health and tech tips dynamically.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42AA4-4B2F-1557-C93C-6107BC001474}"/>
              </a:ext>
            </a:extLst>
          </p:cNvPr>
          <p:cNvSpPr txBox="1"/>
          <p:nvPr/>
        </p:nvSpPr>
        <p:spPr>
          <a:xfrm>
            <a:off x="91440" y="3923300"/>
            <a:ext cx="448056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Additional Functionalities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Child-Elder Account Linking: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child user to track their elder’s activity securely.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System: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In-platform alerts for medicines, reminders, bills, and tutorials.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Section: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personal info, emergency contacts, and settings.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user feedback, tutorial requests, and user overview.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141EBCE-F753-A35E-0CEC-3FD8AF9E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189389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1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5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4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5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5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9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5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3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5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6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9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1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4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6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1BDBA-F7DC-5721-FEE4-E691D4BB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B244-66A2-0EFB-74AF-31BBAB07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Results / Outcomes</a:t>
            </a:r>
          </a:p>
        </p:txBody>
      </p:sp>
      <p:sp>
        <p:nvSpPr>
          <p:cNvPr id="8" name="Slide Number Placeholder 5" hidden="1">
            <a:extLst>
              <a:ext uri="{FF2B5EF4-FFF2-40B4-BE49-F238E27FC236}">
                <a16:creationId xmlns:a16="http://schemas.microsoft.com/office/drawing/2014/main" id="{1C00BD98-F5DF-A77F-001D-FF2DFD88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F8D28E11-6266-47C4-B1CE-C6D99AC79DCA}" type="slidenum">
              <a:rPr lang="en-US" altLang="en-US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088572-52DF-3D2C-9DC8-D8CC1F5847F1}"/>
              </a:ext>
            </a:extLst>
          </p:cNvPr>
          <p:cNvSpPr txBox="1">
            <a:spLocks/>
          </p:cNvSpPr>
          <p:nvPr/>
        </p:nvSpPr>
        <p:spPr>
          <a:xfrm>
            <a:off x="0" y="1297813"/>
            <a:ext cx="533400" cy="244475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defPPr>
              <a:defRPr lang="en-US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F8D28E11-6266-47C4-B1CE-C6D99AC79DCA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2C6E754D-499A-85BA-7C78-AFC14343D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96" y="1993047"/>
            <a:ext cx="4405884" cy="42981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A1A646-ADD0-94A8-AE64-3C51E7E39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044" y="1731760"/>
            <a:ext cx="3555324" cy="48976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10462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4EDF-A263-A7ED-562A-DF80E8E4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C907-4B11-7F17-6209-D74C0CB31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Results / Outcomes</a:t>
            </a:r>
          </a:p>
        </p:txBody>
      </p:sp>
      <p:sp>
        <p:nvSpPr>
          <p:cNvPr id="8" name="Slide Number Placeholder 5" hidden="1">
            <a:extLst>
              <a:ext uri="{FF2B5EF4-FFF2-40B4-BE49-F238E27FC236}">
                <a16:creationId xmlns:a16="http://schemas.microsoft.com/office/drawing/2014/main" id="{0B34007F-F268-0375-03FE-C1DD0D31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F8D28E11-6266-47C4-B1CE-C6D99AC79DCA}" type="slidenum">
              <a:rPr lang="en-US" altLang="en-US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0066D11-8F57-36BD-1945-06C552E745B9}"/>
              </a:ext>
            </a:extLst>
          </p:cNvPr>
          <p:cNvSpPr txBox="1">
            <a:spLocks/>
          </p:cNvSpPr>
          <p:nvPr/>
        </p:nvSpPr>
        <p:spPr>
          <a:xfrm>
            <a:off x="0" y="1297813"/>
            <a:ext cx="533400" cy="244475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defPPr>
              <a:defRPr lang="en-US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F8D28E11-6266-47C4-B1CE-C6D99AC79DCA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85DD05D0-E55A-3253-4D42-64643F000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7" y="1681898"/>
            <a:ext cx="2843784" cy="34942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A82CC0CE-349F-7282-B767-FF3D11120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6" t="55200" r="21556"/>
          <a:stretch/>
        </p:blipFill>
        <p:spPr>
          <a:xfrm>
            <a:off x="3278674" y="3429000"/>
            <a:ext cx="2843784" cy="33679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8" name="Picture 17" descr="A screenshot of a phone&#10;&#10;AI-generated content may be incorrect.">
            <a:extLst>
              <a:ext uri="{FF2B5EF4-FFF2-40B4-BE49-F238E27FC236}">
                <a16:creationId xmlns:a16="http://schemas.microsoft.com/office/drawing/2014/main" id="{AF35BB92-ABE0-8987-9588-BBAD2490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3333" r="11345" b="24400"/>
          <a:stretch/>
        </p:blipFill>
        <p:spPr>
          <a:xfrm>
            <a:off x="6401901" y="1820541"/>
            <a:ext cx="2475399" cy="33555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260287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9285-2DD4-A056-D9F6-0EFBE8C8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3ED2-E890-2693-1626-9D38C037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8" name="Slide Number Placeholder 5" hidden="1">
            <a:extLst>
              <a:ext uri="{FF2B5EF4-FFF2-40B4-BE49-F238E27FC236}">
                <a16:creationId xmlns:a16="http://schemas.microsoft.com/office/drawing/2014/main" id="{13B68616-0B87-2C10-2FAC-1D31DAB5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F8D28E11-6266-47C4-B1CE-C6D99AC79DCA}" type="slidenum">
              <a:rPr lang="en-US" altLang="en-US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A9CCDC-454B-4957-5E8C-196D02831451}"/>
              </a:ext>
            </a:extLst>
          </p:cNvPr>
          <p:cNvSpPr txBox="1">
            <a:spLocks/>
          </p:cNvSpPr>
          <p:nvPr/>
        </p:nvSpPr>
        <p:spPr>
          <a:xfrm>
            <a:off x="0" y="1286829"/>
            <a:ext cx="533400" cy="244475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defPPr>
              <a:defRPr lang="en-US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F8D28E11-6266-47C4-B1CE-C6D99AC79DCA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12CA567-0CA7-594C-DEF5-C7DFFC5907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4543669"/>
              </p:ext>
            </p:extLst>
          </p:nvPr>
        </p:nvGraphicFramePr>
        <p:xfrm>
          <a:off x="117348" y="2010783"/>
          <a:ext cx="4572000" cy="3277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FD2767D-9C97-2C1C-4936-799D8D4E05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5305"/>
              </p:ext>
            </p:extLst>
          </p:nvPr>
        </p:nvGraphicFramePr>
        <p:xfrm>
          <a:off x="5010912" y="2048256"/>
          <a:ext cx="4059936" cy="3202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E6F984-B5E6-1925-53B2-41A435774D9A}"/>
              </a:ext>
            </a:extLst>
          </p:cNvPr>
          <p:cNvSpPr txBox="1"/>
          <p:nvPr/>
        </p:nvSpPr>
        <p:spPr>
          <a:xfrm>
            <a:off x="3689604" y="5710854"/>
            <a:ext cx="2642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Visit The site:  </a:t>
            </a:r>
            <a:r>
              <a:rPr lang="en-US" dirty="0">
                <a:hlinkClick r:id="rId12"/>
              </a:rPr>
              <a:t>AgeWell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886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1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414D-32FD-E9C3-BE64-3878FACC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8D919-961D-26D5-74E9-336AFA1BC6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1520686"/>
            <a:ext cx="8153400" cy="510871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Smith, “Digital Challenges for Aging Populations”, Proc. Int. Conf. Gerontology, 2020.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B. Jones, “Empowering Seniors with Technology”, Symp. on Technology and Society, 2021.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E. Lee, “Innovative Tech for Seniors”, J. Accessible Technol., vol. 9, no. 1, 2023.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WHO, “Decade of Healthy Ageing 2021–2030”, 2021.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Ministry of Digital Affairs, “Policy for Inclusive Digital Access”, 2024.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61F1CCD-EB3D-43D0-CFA8-9CE9C8ED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9"/>
            <a:ext cx="533400" cy="2444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528105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8C84386-2736-1BB6-2D9A-13D993FAB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294856"/>
            <a:ext cx="7886700" cy="706438"/>
          </a:xfrm>
        </p:spPr>
        <p:txBody>
          <a:bodyPr/>
          <a:lstStyle/>
          <a:p>
            <a:pPr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788318-D069-3719-CD59-E056C878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005FD2E-2FF2-4683-A32C-9B09376781B4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D80DBD17-B36D-82AA-13CF-32C9BC24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22CB920D-E7DB-B4DA-51A6-2FA04BB65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7162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endParaRPr lang="en-US" altLang="en-US" sz="2800" baseline="-25000"/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AcademicPresentation3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18579</TotalTime>
  <Words>787</Words>
  <Application>Microsoft Office PowerPoint</Application>
  <PresentationFormat>On-screen Show (4:3)</PresentationFormat>
  <Paragraphs>148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Tw Cen MT</vt:lpstr>
      <vt:lpstr>Wingdings</vt:lpstr>
      <vt:lpstr>Wingdings 2</vt:lpstr>
      <vt:lpstr>1_AcademicPresentation3</vt:lpstr>
      <vt:lpstr>PowerPoint Presentation</vt:lpstr>
      <vt:lpstr>Table of Content</vt:lpstr>
      <vt:lpstr>Introduction &amp; Problem Statement</vt:lpstr>
      <vt:lpstr>Project Objectives</vt:lpstr>
      <vt:lpstr>Proposed Solution &amp; Innovation</vt:lpstr>
      <vt:lpstr>Methodology (Technology Stack)</vt:lpstr>
      <vt:lpstr>Detailed Flowchart</vt:lpstr>
      <vt:lpstr>Workflow</vt:lpstr>
      <vt:lpstr>Implementation</vt:lpstr>
      <vt:lpstr>Results / Outcomes</vt:lpstr>
      <vt:lpstr>Results / Outcomes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sahil.adm@mietjammu.in</dc:creator>
  <cp:lastModifiedBy>Rakshit Gupta</cp:lastModifiedBy>
  <cp:revision>303</cp:revision>
  <dcterms:created xsi:type="dcterms:W3CDTF">2020-08-09T07:27:56Z</dcterms:created>
  <dcterms:modified xsi:type="dcterms:W3CDTF">2025-06-03T13:02:43Z</dcterms:modified>
</cp:coreProperties>
</file>