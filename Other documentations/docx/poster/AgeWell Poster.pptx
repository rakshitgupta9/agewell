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30275213" cy="42803763"/>
  <p:notesSz cx="7102475" cy="10234613"/>
  <p:defaultTextStyle>
    <a:defPPr>
      <a:defRPr lang="en-US"/>
    </a:defPPr>
    <a:lvl1pPr algn="ctr" rtl="0" fontAlgn="base">
      <a:spcBef>
        <a:spcPct val="0"/>
      </a:spcBef>
      <a:spcAft>
        <a:spcPct val="0"/>
      </a:spcAft>
      <a:defRPr sz="8200" kern="1200">
        <a:solidFill>
          <a:schemeClr val="tx1"/>
        </a:solidFill>
        <a:latin typeface="Arial" charset="0"/>
        <a:ea typeface="+mn-ea"/>
        <a:cs typeface="+mn-cs"/>
      </a:defRPr>
    </a:lvl1pPr>
    <a:lvl2pPr marL="434980" algn="ctr" rtl="0" fontAlgn="base">
      <a:spcBef>
        <a:spcPct val="0"/>
      </a:spcBef>
      <a:spcAft>
        <a:spcPct val="0"/>
      </a:spcAft>
      <a:defRPr sz="8200" kern="1200">
        <a:solidFill>
          <a:schemeClr val="tx1"/>
        </a:solidFill>
        <a:latin typeface="Arial" charset="0"/>
        <a:ea typeface="+mn-ea"/>
        <a:cs typeface="+mn-cs"/>
      </a:defRPr>
    </a:lvl2pPr>
    <a:lvl3pPr marL="869960" algn="ctr" rtl="0" fontAlgn="base">
      <a:spcBef>
        <a:spcPct val="0"/>
      </a:spcBef>
      <a:spcAft>
        <a:spcPct val="0"/>
      </a:spcAft>
      <a:defRPr sz="8200" kern="1200">
        <a:solidFill>
          <a:schemeClr val="tx1"/>
        </a:solidFill>
        <a:latin typeface="Arial" charset="0"/>
        <a:ea typeface="+mn-ea"/>
        <a:cs typeface="+mn-cs"/>
      </a:defRPr>
    </a:lvl3pPr>
    <a:lvl4pPr marL="1304940" algn="ctr" rtl="0" fontAlgn="base">
      <a:spcBef>
        <a:spcPct val="0"/>
      </a:spcBef>
      <a:spcAft>
        <a:spcPct val="0"/>
      </a:spcAft>
      <a:defRPr sz="8200" kern="1200">
        <a:solidFill>
          <a:schemeClr val="tx1"/>
        </a:solidFill>
        <a:latin typeface="Arial" charset="0"/>
        <a:ea typeface="+mn-ea"/>
        <a:cs typeface="+mn-cs"/>
      </a:defRPr>
    </a:lvl4pPr>
    <a:lvl5pPr marL="1739920" algn="ctr" rtl="0" fontAlgn="base">
      <a:spcBef>
        <a:spcPct val="0"/>
      </a:spcBef>
      <a:spcAft>
        <a:spcPct val="0"/>
      </a:spcAft>
      <a:defRPr sz="8200" kern="1200">
        <a:solidFill>
          <a:schemeClr val="tx1"/>
        </a:solidFill>
        <a:latin typeface="Arial" charset="0"/>
        <a:ea typeface="+mn-ea"/>
        <a:cs typeface="+mn-cs"/>
      </a:defRPr>
    </a:lvl5pPr>
    <a:lvl6pPr marL="2174900" algn="l" defTabSz="869960" rtl="0" eaLnBrk="1" latinLnBrk="0" hangingPunct="1">
      <a:defRPr sz="8200" kern="1200">
        <a:solidFill>
          <a:schemeClr val="tx1"/>
        </a:solidFill>
        <a:latin typeface="Arial" charset="0"/>
        <a:ea typeface="+mn-ea"/>
        <a:cs typeface="+mn-cs"/>
      </a:defRPr>
    </a:lvl6pPr>
    <a:lvl7pPr marL="2609880" algn="l" defTabSz="869960" rtl="0" eaLnBrk="1" latinLnBrk="0" hangingPunct="1">
      <a:defRPr sz="8200" kern="1200">
        <a:solidFill>
          <a:schemeClr val="tx1"/>
        </a:solidFill>
        <a:latin typeface="Arial" charset="0"/>
        <a:ea typeface="+mn-ea"/>
        <a:cs typeface="+mn-cs"/>
      </a:defRPr>
    </a:lvl7pPr>
    <a:lvl8pPr marL="3044861" algn="l" defTabSz="869960" rtl="0" eaLnBrk="1" latinLnBrk="0" hangingPunct="1">
      <a:defRPr sz="8200" kern="1200">
        <a:solidFill>
          <a:schemeClr val="tx1"/>
        </a:solidFill>
        <a:latin typeface="Arial" charset="0"/>
        <a:ea typeface="+mn-ea"/>
        <a:cs typeface="+mn-cs"/>
      </a:defRPr>
    </a:lvl8pPr>
    <a:lvl9pPr marL="3479841" algn="l" defTabSz="869960" rtl="0" eaLnBrk="1" latinLnBrk="0" hangingPunct="1">
      <a:defRPr sz="8200"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Untitled Section" id="{41961D4F-0EAC-4246-88A7-11712E061694}">
          <p14:sldIdLst>
            <p14:sldId id="256"/>
          </p14:sldIdLst>
        </p14:section>
      </p14:sectionLst>
    </p:ext>
    <p:ext uri="{EFAFB233-063F-42B5-8137-9DF3F51BA10A}">
      <p15:sldGuideLst xmlns:p15="http://schemas.microsoft.com/office/powerpoint/2012/main">
        <p15:guide id="1" orient="horz" pos="6288">
          <p15:clr>
            <a:srgbClr val="A4A3A4"/>
          </p15:clr>
        </p15:guide>
        <p15:guide id="2" orient="horz" pos="26261">
          <p15:clr>
            <a:srgbClr val="A4A3A4"/>
          </p15:clr>
        </p15:guide>
        <p15:guide id="3" orient="horz" pos="2793">
          <p15:clr>
            <a:srgbClr val="A4A3A4"/>
          </p15:clr>
        </p15:guide>
        <p15:guide id="4" pos="953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99"/>
    <a:srgbClr val="002164"/>
    <a:srgbClr val="A7C4FF"/>
    <a:srgbClr val="F6BB00"/>
    <a:srgbClr val="698ED9"/>
    <a:srgbClr val="FF0000"/>
    <a:srgbClr val="C0C0C0"/>
    <a:srgbClr val="003399"/>
    <a:srgbClr val="0046D2"/>
    <a:srgbClr val="0030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4660"/>
  </p:normalViewPr>
  <p:slideViewPr>
    <p:cSldViewPr snapToGrid="0">
      <p:cViewPr>
        <p:scale>
          <a:sx n="33" d="100"/>
          <a:sy n="33" d="100"/>
        </p:scale>
        <p:origin x="2322" y="24"/>
      </p:cViewPr>
      <p:guideLst>
        <p:guide orient="horz" pos="6288"/>
        <p:guide orient="horz" pos="26261"/>
        <p:guide orient="horz" pos="2793"/>
        <p:guide pos="953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8FCC97-AC95-415D-A5DC-1140C0D895C7}" type="doc">
      <dgm:prSet loTypeId="urn:microsoft.com/office/officeart/2005/8/layout/venn1" loCatId="relationship" qsTypeId="urn:microsoft.com/office/officeart/2005/8/quickstyle/simple1" qsCatId="simple" csTypeId="urn:microsoft.com/office/officeart/2005/8/colors/accent6_2" csCatId="accent6"/>
      <dgm:spPr/>
      <dgm:t>
        <a:bodyPr/>
        <a:lstStyle/>
        <a:p>
          <a:endParaRPr lang="en-US"/>
        </a:p>
      </dgm:t>
    </dgm:pt>
    <dgm:pt modelId="{0643AED5-3F88-46E8-B5A5-FB45B7C95B56}">
      <dgm:prSet custT="1"/>
      <dgm:spPr/>
      <dgm:t>
        <a:bodyPr/>
        <a:lstStyle/>
        <a:p>
          <a:r>
            <a:rPr lang="en-US" sz="3400" dirty="0">
              <a:latin typeface="+mn-lt"/>
            </a:rPr>
            <a:t>Fully functional web portal developed.</a:t>
          </a:r>
        </a:p>
      </dgm:t>
    </dgm:pt>
    <dgm:pt modelId="{FFB0C6F1-9DF3-4416-A48C-ED63A9F185B8}" type="parTrans" cxnId="{6B6409FE-BF94-45FE-BC6A-608BA7FA85B0}">
      <dgm:prSet/>
      <dgm:spPr/>
      <dgm:t>
        <a:bodyPr/>
        <a:lstStyle/>
        <a:p>
          <a:endParaRPr lang="en-US" sz="3400">
            <a:latin typeface="+mn-lt"/>
          </a:endParaRPr>
        </a:p>
      </dgm:t>
    </dgm:pt>
    <dgm:pt modelId="{F837D102-28B0-46E7-A4FE-3A2C7981E7D6}" type="sibTrans" cxnId="{6B6409FE-BF94-45FE-BC6A-608BA7FA85B0}">
      <dgm:prSet/>
      <dgm:spPr/>
      <dgm:t>
        <a:bodyPr/>
        <a:lstStyle/>
        <a:p>
          <a:endParaRPr lang="en-US" sz="3400">
            <a:latin typeface="+mn-lt"/>
          </a:endParaRPr>
        </a:p>
      </dgm:t>
    </dgm:pt>
    <dgm:pt modelId="{BF3E4225-0D56-4C45-9F60-D14D8F43DFE6}">
      <dgm:prSet custT="1"/>
      <dgm:spPr/>
      <dgm:t>
        <a:bodyPr/>
        <a:lstStyle/>
        <a:p>
          <a:r>
            <a:rPr lang="en-US" sz="3400" dirty="0">
              <a:latin typeface="+mn-lt"/>
            </a:rPr>
            <a:t>Responsive design tested across devices.</a:t>
          </a:r>
        </a:p>
      </dgm:t>
    </dgm:pt>
    <dgm:pt modelId="{4E847937-F857-4565-80AA-F40AFC5CE42D}" type="parTrans" cxnId="{4BDBB72C-692E-4AF6-A56B-1E22259E4260}">
      <dgm:prSet/>
      <dgm:spPr/>
      <dgm:t>
        <a:bodyPr/>
        <a:lstStyle/>
        <a:p>
          <a:endParaRPr lang="en-US" sz="3400">
            <a:latin typeface="+mn-lt"/>
          </a:endParaRPr>
        </a:p>
      </dgm:t>
    </dgm:pt>
    <dgm:pt modelId="{056FD93A-8B8A-4587-BBF1-ED37C8AE958D}" type="sibTrans" cxnId="{4BDBB72C-692E-4AF6-A56B-1E22259E4260}">
      <dgm:prSet/>
      <dgm:spPr/>
      <dgm:t>
        <a:bodyPr/>
        <a:lstStyle/>
        <a:p>
          <a:endParaRPr lang="en-US" sz="3400">
            <a:latin typeface="+mn-lt"/>
          </a:endParaRPr>
        </a:p>
      </dgm:t>
    </dgm:pt>
    <dgm:pt modelId="{43AE0226-2AEE-4896-A69C-D0D36C20D585}">
      <dgm:prSet custT="1"/>
      <dgm:spPr/>
      <dgm:t>
        <a:bodyPr/>
        <a:lstStyle/>
        <a:p>
          <a:r>
            <a:rPr lang="en-US" sz="3400" dirty="0">
              <a:latin typeface="+mn-lt"/>
            </a:rPr>
            <a:t>Real-time dashboard data updates.</a:t>
          </a:r>
        </a:p>
      </dgm:t>
    </dgm:pt>
    <dgm:pt modelId="{05E6EB5B-9820-4039-ADA7-AE9D31E14203}" type="parTrans" cxnId="{38BAD97F-ED27-41CB-9946-35F03663EE02}">
      <dgm:prSet/>
      <dgm:spPr/>
      <dgm:t>
        <a:bodyPr/>
        <a:lstStyle/>
        <a:p>
          <a:endParaRPr lang="en-US" sz="3400">
            <a:latin typeface="+mn-lt"/>
          </a:endParaRPr>
        </a:p>
      </dgm:t>
    </dgm:pt>
    <dgm:pt modelId="{903F4DF2-F3EA-4A87-88BE-779FAFE9289E}" type="sibTrans" cxnId="{38BAD97F-ED27-41CB-9946-35F03663EE02}">
      <dgm:prSet/>
      <dgm:spPr/>
      <dgm:t>
        <a:bodyPr/>
        <a:lstStyle/>
        <a:p>
          <a:endParaRPr lang="en-US" sz="3400">
            <a:latin typeface="+mn-lt"/>
          </a:endParaRPr>
        </a:p>
      </dgm:t>
    </dgm:pt>
    <dgm:pt modelId="{35CC6EA1-DFEE-40E6-B51E-79B99DA39663}">
      <dgm:prSet custT="1"/>
      <dgm:spPr/>
      <dgm:t>
        <a:bodyPr/>
        <a:lstStyle/>
        <a:p>
          <a:r>
            <a:rPr lang="en-US" sz="3400">
              <a:latin typeface="+mn-lt"/>
            </a:rPr>
            <a:t>Enhanced usability for non-tech users.</a:t>
          </a:r>
        </a:p>
      </dgm:t>
    </dgm:pt>
    <dgm:pt modelId="{259FB151-E7C9-489A-921F-E5201034DDBB}" type="parTrans" cxnId="{FF30D1A4-3D24-4C3F-9E1A-B03A3C242FF0}">
      <dgm:prSet/>
      <dgm:spPr/>
      <dgm:t>
        <a:bodyPr/>
        <a:lstStyle/>
        <a:p>
          <a:endParaRPr lang="en-US" sz="3400">
            <a:latin typeface="+mn-lt"/>
          </a:endParaRPr>
        </a:p>
      </dgm:t>
    </dgm:pt>
    <dgm:pt modelId="{0FB72C3F-7DF3-4CE0-A076-62E4FA9562FE}" type="sibTrans" cxnId="{FF30D1A4-3D24-4C3F-9E1A-B03A3C242FF0}">
      <dgm:prSet/>
      <dgm:spPr/>
      <dgm:t>
        <a:bodyPr/>
        <a:lstStyle/>
        <a:p>
          <a:endParaRPr lang="en-US" sz="3400">
            <a:latin typeface="+mn-lt"/>
          </a:endParaRPr>
        </a:p>
      </dgm:t>
    </dgm:pt>
    <dgm:pt modelId="{0EDEC719-25CB-44E7-883C-C001D51CD039}">
      <dgm:prSet custT="1"/>
      <dgm:spPr/>
      <dgm:t>
        <a:bodyPr/>
        <a:lstStyle/>
        <a:p>
          <a:r>
            <a:rPr lang="en-US" sz="3400">
              <a:latin typeface="+mn-lt"/>
            </a:rPr>
            <a:t>Positive internal feedback from test users.</a:t>
          </a:r>
        </a:p>
      </dgm:t>
    </dgm:pt>
    <dgm:pt modelId="{AA310071-8C85-4D4C-A3AC-738649730440}" type="parTrans" cxnId="{4D03CA8F-140F-47F7-A3BF-6210E8B74349}">
      <dgm:prSet/>
      <dgm:spPr/>
      <dgm:t>
        <a:bodyPr/>
        <a:lstStyle/>
        <a:p>
          <a:endParaRPr lang="en-US" sz="3400">
            <a:latin typeface="+mn-lt"/>
          </a:endParaRPr>
        </a:p>
      </dgm:t>
    </dgm:pt>
    <dgm:pt modelId="{3DC0501C-052A-46F9-84A9-CF789D1A3437}" type="sibTrans" cxnId="{4D03CA8F-140F-47F7-A3BF-6210E8B74349}">
      <dgm:prSet/>
      <dgm:spPr/>
      <dgm:t>
        <a:bodyPr/>
        <a:lstStyle/>
        <a:p>
          <a:endParaRPr lang="en-US" sz="3400">
            <a:latin typeface="+mn-lt"/>
          </a:endParaRPr>
        </a:p>
      </dgm:t>
    </dgm:pt>
    <dgm:pt modelId="{4B6EF6BD-9E73-4052-9992-32CE0B7B2A9F}">
      <dgm:prSet custT="1"/>
      <dgm:spPr/>
      <dgm:t>
        <a:bodyPr/>
        <a:lstStyle/>
        <a:p>
          <a:r>
            <a:rPr lang="en-US" sz="3400" dirty="0">
              <a:latin typeface="+mn-lt"/>
            </a:rPr>
            <a:t>All modules implemented as planned.</a:t>
          </a:r>
        </a:p>
      </dgm:t>
    </dgm:pt>
    <dgm:pt modelId="{CA22B7BB-19E7-4F5D-B61D-7E62349B348F}" type="parTrans" cxnId="{576C7322-9D91-42BB-89B7-41FD194D98F4}">
      <dgm:prSet/>
      <dgm:spPr/>
      <dgm:t>
        <a:bodyPr/>
        <a:lstStyle/>
        <a:p>
          <a:endParaRPr lang="en-US" sz="3400">
            <a:latin typeface="+mn-lt"/>
          </a:endParaRPr>
        </a:p>
      </dgm:t>
    </dgm:pt>
    <dgm:pt modelId="{C643B82B-E61B-49DD-A667-EEB33FDDD2B2}" type="sibTrans" cxnId="{576C7322-9D91-42BB-89B7-41FD194D98F4}">
      <dgm:prSet/>
      <dgm:spPr/>
      <dgm:t>
        <a:bodyPr/>
        <a:lstStyle/>
        <a:p>
          <a:endParaRPr lang="en-US" sz="3400">
            <a:latin typeface="+mn-lt"/>
          </a:endParaRPr>
        </a:p>
      </dgm:t>
    </dgm:pt>
    <dgm:pt modelId="{26773921-09CD-4A88-BFF9-77270BB0D806}" type="pres">
      <dgm:prSet presAssocID="{398FCC97-AC95-415D-A5DC-1140C0D895C7}" presName="compositeShape" presStyleCnt="0">
        <dgm:presLayoutVars>
          <dgm:chMax val="7"/>
          <dgm:dir/>
          <dgm:resizeHandles val="exact"/>
        </dgm:presLayoutVars>
      </dgm:prSet>
      <dgm:spPr/>
    </dgm:pt>
    <dgm:pt modelId="{D2A02585-A308-4923-9E81-6A391857BD68}" type="pres">
      <dgm:prSet presAssocID="{0643AED5-3F88-46E8-B5A5-FB45B7C95B56}" presName="circ1" presStyleLbl="vennNode1" presStyleIdx="0" presStyleCnt="6"/>
      <dgm:spPr/>
    </dgm:pt>
    <dgm:pt modelId="{2BAB897D-D7B7-4813-8A9B-2F5C1BDFED84}" type="pres">
      <dgm:prSet presAssocID="{0643AED5-3F88-46E8-B5A5-FB45B7C95B56}" presName="circ1Tx" presStyleLbl="revTx" presStyleIdx="0" presStyleCnt="0">
        <dgm:presLayoutVars>
          <dgm:chMax val="0"/>
          <dgm:chPref val="0"/>
          <dgm:bulletEnabled val="1"/>
        </dgm:presLayoutVars>
      </dgm:prSet>
      <dgm:spPr/>
    </dgm:pt>
    <dgm:pt modelId="{1D14B487-D816-407B-81AD-00699659C6EE}" type="pres">
      <dgm:prSet presAssocID="{BF3E4225-0D56-4C45-9F60-D14D8F43DFE6}" presName="circ2" presStyleLbl="vennNode1" presStyleIdx="1" presStyleCnt="6"/>
      <dgm:spPr/>
    </dgm:pt>
    <dgm:pt modelId="{9DF9EB2E-45BD-4EF1-996F-E59875720415}" type="pres">
      <dgm:prSet presAssocID="{BF3E4225-0D56-4C45-9F60-D14D8F43DFE6}" presName="circ2Tx" presStyleLbl="revTx" presStyleIdx="0" presStyleCnt="0">
        <dgm:presLayoutVars>
          <dgm:chMax val="0"/>
          <dgm:chPref val="0"/>
          <dgm:bulletEnabled val="1"/>
        </dgm:presLayoutVars>
      </dgm:prSet>
      <dgm:spPr/>
    </dgm:pt>
    <dgm:pt modelId="{3A08F486-C82A-4160-A2DC-C2CB6ADE85FD}" type="pres">
      <dgm:prSet presAssocID="{43AE0226-2AEE-4896-A69C-D0D36C20D585}" presName="circ3" presStyleLbl="vennNode1" presStyleIdx="2" presStyleCnt="6"/>
      <dgm:spPr/>
    </dgm:pt>
    <dgm:pt modelId="{A0B455CA-BB5E-4213-AC0A-82054F59526A}" type="pres">
      <dgm:prSet presAssocID="{43AE0226-2AEE-4896-A69C-D0D36C20D585}" presName="circ3Tx" presStyleLbl="revTx" presStyleIdx="0" presStyleCnt="0">
        <dgm:presLayoutVars>
          <dgm:chMax val="0"/>
          <dgm:chPref val="0"/>
          <dgm:bulletEnabled val="1"/>
        </dgm:presLayoutVars>
      </dgm:prSet>
      <dgm:spPr/>
    </dgm:pt>
    <dgm:pt modelId="{03E52410-23AF-4D6F-A552-B917E692D337}" type="pres">
      <dgm:prSet presAssocID="{35CC6EA1-DFEE-40E6-B51E-79B99DA39663}" presName="circ4" presStyleLbl="vennNode1" presStyleIdx="3" presStyleCnt="6"/>
      <dgm:spPr/>
    </dgm:pt>
    <dgm:pt modelId="{CAE43425-B56E-4DFF-B5CE-A321A41EBE79}" type="pres">
      <dgm:prSet presAssocID="{35CC6EA1-DFEE-40E6-B51E-79B99DA39663}" presName="circ4Tx" presStyleLbl="revTx" presStyleIdx="0" presStyleCnt="0">
        <dgm:presLayoutVars>
          <dgm:chMax val="0"/>
          <dgm:chPref val="0"/>
          <dgm:bulletEnabled val="1"/>
        </dgm:presLayoutVars>
      </dgm:prSet>
      <dgm:spPr/>
    </dgm:pt>
    <dgm:pt modelId="{70EC506D-AD0F-4CFC-AA13-1CED5704B988}" type="pres">
      <dgm:prSet presAssocID="{0EDEC719-25CB-44E7-883C-C001D51CD039}" presName="circ5" presStyleLbl="vennNode1" presStyleIdx="4" presStyleCnt="6"/>
      <dgm:spPr/>
    </dgm:pt>
    <dgm:pt modelId="{F65624B1-F1DE-432A-97F9-ACF1BA379F88}" type="pres">
      <dgm:prSet presAssocID="{0EDEC719-25CB-44E7-883C-C001D51CD039}" presName="circ5Tx" presStyleLbl="revTx" presStyleIdx="0" presStyleCnt="0">
        <dgm:presLayoutVars>
          <dgm:chMax val="0"/>
          <dgm:chPref val="0"/>
          <dgm:bulletEnabled val="1"/>
        </dgm:presLayoutVars>
      </dgm:prSet>
      <dgm:spPr/>
    </dgm:pt>
    <dgm:pt modelId="{FF78A5C2-A9AE-41FD-95D6-59EF558AED6A}" type="pres">
      <dgm:prSet presAssocID="{4B6EF6BD-9E73-4052-9992-32CE0B7B2A9F}" presName="circ6" presStyleLbl="vennNode1" presStyleIdx="5" presStyleCnt="6"/>
      <dgm:spPr/>
    </dgm:pt>
    <dgm:pt modelId="{54D6177D-2502-4559-B43A-09153D17AB43}" type="pres">
      <dgm:prSet presAssocID="{4B6EF6BD-9E73-4052-9992-32CE0B7B2A9F}" presName="circ6Tx" presStyleLbl="revTx" presStyleIdx="0" presStyleCnt="0">
        <dgm:presLayoutVars>
          <dgm:chMax val="0"/>
          <dgm:chPref val="0"/>
          <dgm:bulletEnabled val="1"/>
        </dgm:presLayoutVars>
      </dgm:prSet>
      <dgm:spPr/>
    </dgm:pt>
  </dgm:ptLst>
  <dgm:cxnLst>
    <dgm:cxn modelId="{576C7322-9D91-42BB-89B7-41FD194D98F4}" srcId="{398FCC97-AC95-415D-A5DC-1140C0D895C7}" destId="{4B6EF6BD-9E73-4052-9992-32CE0B7B2A9F}" srcOrd="5" destOrd="0" parTransId="{CA22B7BB-19E7-4F5D-B61D-7E62349B348F}" sibTransId="{C643B82B-E61B-49DD-A667-EEB33FDDD2B2}"/>
    <dgm:cxn modelId="{4BDBB72C-692E-4AF6-A56B-1E22259E4260}" srcId="{398FCC97-AC95-415D-A5DC-1140C0D895C7}" destId="{BF3E4225-0D56-4C45-9F60-D14D8F43DFE6}" srcOrd="1" destOrd="0" parTransId="{4E847937-F857-4565-80AA-F40AFC5CE42D}" sibTransId="{056FD93A-8B8A-4587-BBF1-ED37C8AE958D}"/>
    <dgm:cxn modelId="{E5061A43-3C2E-4B5C-9C25-842609BCC270}" type="presOf" srcId="{398FCC97-AC95-415D-A5DC-1140C0D895C7}" destId="{26773921-09CD-4A88-BFF9-77270BB0D806}" srcOrd="0" destOrd="0" presId="urn:microsoft.com/office/officeart/2005/8/layout/venn1"/>
    <dgm:cxn modelId="{1B859B47-6119-44CC-A623-DF859E91566D}" type="presOf" srcId="{43AE0226-2AEE-4896-A69C-D0D36C20D585}" destId="{A0B455CA-BB5E-4213-AC0A-82054F59526A}" srcOrd="0" destOrd="0" presId="urn:microsoft.com/office/officeart/2005/8/layout/venn1"/>
    <dgm:cxn modelId="{3410EF4C-E6F5-44F7-BCD5-0850A2037EC4}" type="presOf" srcId="{0EDEC719-25CB-44E7-883C-C001D51CD039}" destId="{F65624B1-F1DE-432A-97F9-ACF1BA379F88}" srcOrd="0" destOrd="0" presId="urn:microsoft.com/office/officeart/2005/8/layout/venn1"/>
    <dgm:cxn modelId="{38BAD97F-ED27-41CB-9946-35F03663EE02}" srcId="{398FCC97-AC95-415D-A5DC-1140C0D895C7}" destId="{43AE0226-2AEE-4896-A69C-D0D36C20D585}" srcOrd="2" destOrd="0" parTransId="{05E6EB5B-9820-4039-ADA7-AE9D31E14203}" sibTransId="{903F4DF2-F3EA-4A87-88BE-779FAFE9289E}"/>
    <dgm:cxn modelId="{4D03CA8F-140F-47F7-A3BF-6210E8B74349}" srcId="{398FCC97-AC95-415D-A5DC-1140C0D895C7}" destId="{0EDEC719-25CB-44E7-883C-C001D51CD039}" srcOrd="4" destOrd="0" parTransId="{AA310071-8C85-4D4C-A3AC-738649730440}" sibTransId="{3DC0501C-052A-46F9-84A9-CF789D1A3437}"/>
    <dgm:cxn modelId="{FF30D1A4-3D24-4C3F-9E1A-B03A3C242FF0}" srcId="{398FCC97-AC95-415D-A5DC-1140C0D895C7}" destId="{35CC6EA1-DFEE-40E6-B51E-79B99DA39663}" srcOrd="3" destOrd="0" parTransId="{259FB151-E7C9-489A-921F-E5201034DDBB}" sibTransId="{0FB72C3F-7DF3-4CE0-A076-62E4FA9562FE}"/>
    <dgm:cxn modelId="{43CFE6B2-5675-4672-84D7-9C1AA4CCD2CE}" type="presOf" srcId="{0643AED5-3F88-46E8-B5A5-FB45B7C95B56}" destId="{2BAB897D-D7B7-4813-8A9B-2F5C1BDFED84}" srcOrd="0" destOrd="0" presId="urn:microsoft.com/office/officeart/2005/8/layout/venn1"/>
    <dgm:cxn modelId="{8DFADBC8-0488-497E-B8CD-A0955B878E35}" type="presOf" srcId="{35CC6EA1-DFEE-40E6-B51E-79B99DA39663}" destId="{CAE43425-B56E-4DFF-B5CE-A321A41EBE79}" srcOrd="0" destOrd="0" presId="urn:microsoft.com/office/officeart/2005/8/layout/venn1"/>
    <dgm:cxn modelId="{3DE3ABC9-AC96-4EB6-A0A5-E0FEAB796A14}" type="presOf" srcId="{BF3E4225-0D56-4C45-9F60-D14D8F43DFE6}" destId="{9DF9EB2E-45BD-4EF1-996F-E59875720415}" srcOrd="0" destOrd="0" presId="urn:microsoft.com/office/officeart/2005/8/layout/venn1"/>
    <dgm:cxn modelId="{1C9025E0-524D-414A-A079-E0B3160B8BC9}" type="presOf" srcId="{4B6EF6BD-9E73-4052-9992-32CE0B7B2A9F}" destId="{54D6177D-2502-4559-B43A-09153D17AB43}" srcOrd="0" destOrd="0" presId="urn:microsoft.com/office/officeart/2005/8/layout/venn1"/>
    <dgm:cxn modelId="{6B6409FE-BF94-45FE-BC6A-608BA7FA85B0}" srcId="{398FCC97-AC95-415D-A5DC-1140C0D895C7}" destId="{0643AED5-3F88-46E8-B5A5-FB45B7C95B56}" srcOrd="0" destOrd="0" parTransId="{FFB0C6F1-9DF3-4416-A48C-ED63A9F185B8}" sibTransId="{F837D102-28B0-46E7-A4FE-3A2C7981E7D6}"/>
    <dgm:cxn modelId="{8AAD1A97-A4FB-46EA-B09A-3A5206D08B19}" type="presParOf" srcId="{26773921-09CD-4A88-BFF9-77270BB0D806}" destId="{D2A02585-A308-4923-9E81-6A391857BD68}" srcOrd="0" destOrd="0" presId="urn:microsoft.com/office/officeart/2005/8/layout/venn1"/>
    <dgm:cxn modelId="{85028756-72B9-45BD-AD80-20C8F9797DA2}" type="presParOf" srcId="{26773921-09CD-4A88-BFF9-77270BB0D806}" destId="{2BAB897D-D7B7-4813-8A9B-2F5C1BDFED84}" srcOrd="1" destOrd="0" presId="urn:microsoft.com/office/officeart/2005/8/layout/venn1"/>
    <dgm:cxn modelId="{0185C49B-068D-4557-9DDA-19E0591B7DAA}" type="presParOf" srcId="{26773921-09CD-4A88-BFF9-77270BB0D806}" destId="{1D14B487-D816-407B-81AD-00699659C6EE}" srcOrd="2" destOrd="0" presId="urn:microsoft.com/office/officeart/2005/8/layout/venn1"/>
    <dgm:cxn modelId="{281DF340-CCC4-4231-84DB-0B99C9A35A86}" type="presParOf" srcId="{26773921-09CD-4A88-BFF9-77270BB0D806}" destId="{9DF9EB2E-45BD-4EF1-996F-E59875720415}" srcOrd="3" destOrd="0" presId="urn:microsoft.com/office/officeart/2005/8/layout/venn1"/>
    <dgm:cxn modelId="{DB6959D3-44A6-45D0-8BF6-7ADD88F1E536}" type="presParOf" srcId="{26773921-09CD-4A88-BFF9-77270BB0D806}" destId="{3A08F486-C82A-4160-A2DC-C2CB6ADE85FD}" srcOrd="4" destOrd="0" presId="urn:microsoft.com/office/officeart/2005/8/layout/venn1"/>
    <dgm:cxn modelId="{642AA58D-27C9-4E14-AA4C-C089DA2DCAF5}" type="presParOf" srcId="{26773921-09CD-4A88-BFF9-77270BB0D806}" destId="{A0B455CA-BB5E-4213-AC0A-82054F59526A}" srcOrd="5" destOrd="0" presId="urn:microsoft.com/office/officeart/2005/8/layout/venn1"/>
    <dgm:cxn modelId="{4BD44728-8704-482D-ADF5-767E30412D79}" type="presParOf" srcId="{26773921-09CD-4A88-BFF9-77270BB0D806}" destId="{03E52410-23AF-4D6F-A552-B917E692D337}" srcOrd="6" destOrd="0" presId="urn:microsoft.com/office/officeart/2005/8/layout/venn1"/>
    <dgm:cxn modelId="{7D45BDFE-BFDC-47C2-8390-9044E4983D46}" type="presParOf" srcId="{26773921-09CD-4A88-BFF9-77270BB0D806}" destId="{CAE43425-B56E-4DFF-B5CE-A321A41EBE79}" srcOrd="7" destOrd="0" presId="urn:microsoft.com/office/officeart/2005/8/layout/venn1"/>
    <dgm:cxn modelId="{23CA9279-4661-4922-9D65-A8120E290274}" type="presParOf" srcId="{26773921-09CD-4A88-BFF9-77270BB0D806}" destId="{70EC506D-AD0F-4CFC-AA13-1CED5704B988}" srcOrd="8" destOrd="0" presId="urn:microsoft.com/office/officeart/2005/8/layout/venn1"/>
    <dgm:cxn modelId="{FC667DE2-83D4-4802-9654-B55DDE4571BB}" type="presParOf" srcId="{26773921-09CD-4A88-BFF9-77270BB0D806}" destId="{F65624B1-F1DE-432A-97F9-ACF1BA379F88}" srcOrd="9" destOrd="0" presId="urn:microsoft.com/office/officeart/2005/8/layout/venn1"/>
    <dgm:cxn modelId="{4AABD91E-9B4A-4643-A653-7AFB4B4BF013}" type="presParOf" srcId="{26773921-09CD-4A88-BFF9-77270BB0D806}" destId="{FF78A5C2-A9AE-41FD-95D6-59EF558AED6A}" srcOrd="10" destOrd="0" presId="urn:microsoft.com/office/officeart/2005/8/layout/venn1"/>
    <dgm:cxn modelId="{49F50512-9BFA-4374-9192-1DE3175152B9}" type="presParOf" srcId="{26773921-09CD-4A88-BFF9-77270BB0D806}" destId="{54D6177D-2502-4559-B43A-09153D17AB43}" srcOrd="11" destOrd="0" presId="urn:microsoft.com/office/officeart/2005/8/layout/venn1"/>
  </dgm:cxnLst>
  <dgm:bg/>
  <dgm:whole/>
  <dgm:extLst>
    <a:ext uri="http://schemas.microsoft.com/office/drawing/2008/diagram">
      <dsp:dataModelExt xmlns:dsp="http://schemas.microsoft.com/office/drawing/2008/diagram" relId="rId12"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6583898E-9C14-46CC-8B41-5BB7DBA2B854}" type="doc">
      <dgm:prSet loTypeId="urn:microsoft.com/office/officeart/2005/8/layout/hList1" loCatId="list" qsTypeId="urn:microsoft.com/office/officeart/2005/8/quickstyle/simple1" qsCatId="simple" csTypeId="urn:microsoft.com/office/officeart/2005/8/colors/accent2_2" csCatId="accent2"/>
      <dgm:spPr/>
      <dgm:t>
        <a:bodyPr/>
        <a:lstStyle/>
        <a:p>
          <a:endParaRPr lang="en-US"/>
        </a:p>
      </dgm:t>
    </dgm:pt>
    <dgm:pt modelId="{BA568B8E-A58A-402C-8C01-A93094ED6223}">
      <dgm:prSet/>
      <dgm:spPr/>
      <dgm:t>
        <a:bodyPr/>
        <a:lstStyle/>
        <a:p>
          <a:r>
            <a:rPr lang="en-US" dirty="0"/>
            <a:t>User-Centric Design</a:t>
          </a:r>
        </a:p>
      </dgm:t>
    </dgm:pt>
    <dgm:pt modelId="{A7E6E650-F84E-497C-91E9-40B6EBA3FEB4}" type="sibTrans" cxnId="{9D3D4FD8-50D6-4A4B-993C-71048B42C208}">
      <dgm:prSet/>
      <dgm:spPr/>
      <dgm:t>
        <a:bodyPr/>
        <a:lstStyle/>
        <a:p>
          <a:endParaRPr lang="en-US"/>
        </a:p>
      </dgm:t>
    </dgm:pt>
    <dgm:pt modelId="{FA911B24-63C6-4C7E-A181-9837AAE57E69}" type="parTrans" cxnId="{9D3D4FD8-50D6-4A4B-993C-71048B42C208}">
      <dgm:prSet/>
      <dgm:spPr/>
      <dgm:t>
        <a:bodyPr/>
        <a:lstStyle/>
        <a:p>
          <a:endParaRPr lang="en-US"/>
        </a:p>
      </dgm:t>
    </dgm:pt>
    <dgm:pt modelId="{125A3745-6769-4271-A4A8-5563F90AEE12}">
      <dgm:prSet/>
      <dgm:spPr/>
      <dgm:t>
        <a:bodyPr/>
        <a:lstStyle/>
        <a:p>
          <a:pPr>
            <a:lnSpc>
              <a:spcPct val="100000"/>
            </a:lnSpc>
          </a:pPr>
          <a:r>
            <a:rPr lang="en-US" dirty="0"/>
            <a:t>Multi-role system (Elder, Child, Admin)</a:t>
          </a:r>
        </a:p>
      </dgm:t>
    </dgm:pt>
    <dgm:pt modelId="{404F3B82-05FF-4614-8E38-26D3C9268750}" type="sibTrans" cxnId="{37BEE90A-5356-44A4-B906-32CC4457E347}">
      <dgm:prSet/>
      <dgm:spPr/>
      <dgm:t>
        <a:bodyPr/>
        <a:lstStyle/>
        <a:p>
          <a:endParaRPr lang="en-US"/>
        </a:p>
      </dgm:t>
    </dgm:pt>
    <dgm:pt modelId="{AB672C4B-E485-4A96-B7AB-21AF5B4A7B78}" type="parTrans" cxnId="{37BEE90A-5356-44A4-B906-32CC4457E347}">
      <dgm:prSet/>
      <dgm:spPr/>
      <dgm:t>
        <a:bodyPr/>
        <a:lstStyle/>
        <a:p>
          <a:endParaRPr lang="en-US"/>
        </a:p>
      </dgm:t>
    </dgm:pt>
    <dgm:pt modelId="{C0D4C795-03D5-4FFE-AAF2-FD5700C1C2D5}">
      <dgm:prSet/>
      <dgm:spPr/>
      <dgm:t>
        <a:bodyPr/>
        <a:lstStyle/>
        <a:p>
          <a:pPr>
            <a:lnSpc>
              <a:spcPct val="100000"/>
            </a:lnSpc>
          </a:pPr>
          <a:r>
            <a:rPr lang="en-US" dirty="0"/>
            <a:t>Intuitive interface for elderly users</a:t>
          </a:r>
        </a:p>
      </dgm:t>
    </dgm:pt>
    <dgm:pt modelId="{0B63BCFA-D3C1-41D4-A7B5-6552D25D58D5}" type="sibTrans" cxnId="{8723F42E-1C61-45A7-A495-14F9E794317A}">
      <dgm:prSet/>
      <dgm:spPr/>
      <dgm:t>
        <a:bodyPr/>
        <a:lstStyle/>
        <a:p>
          <a:endParaRPr lang="en-US"/>
        </a:p>
      </dgm:t>
    </dgm:pt>
    <dgm:pt modelId="{82A85E5C-0B02-44B3-B71C-36BB59DB2D09}" type="parTrans" cxnId="{8723F42E-1C61-45A7-A495-14F9E794317A}">
      <dgm:prSet/>
      <dgm:spPr/>
      <dgm:t>
        <a:bodyPr/>
        <a:lstStyle/>
        <a:p>
          <a:endParaRPr lang="en-US"/>
        </a:p>
      </dgm:t>
    </dgm:pt>
    <dgm:pt modelId="{9EEE4D61-F3CA-495E-9580-BB5866A1A4DB}">
      <dgm:prSet/>
      <dgm:spPr/>
      <dgm:t>
        <a:bodyPr/>
        <a:lstStyle/>
        <a:p>
          <a:pPr>
            <a:lnSpc>
              <a:spcPct val="100000"/>
            </a:lnSpc>
          </a:pPr>
          <a:r>
            <a:rPr lang="en-US" dirty="0"/>
            <a:t>Family integration system</a:t>
          </a:r>
        </a:p>
      </dgm:t>
    </dgm:pt>
    <dgm:pt modelId="{8B99DF9B-711F-4B9D-A468-BE1DF8C2A3C0}" type="sibTrans" cxnId="{4BB0F693-AEED-4D26-AEF7-C907A1B9BBA9}">
      <dgm:prSet/>
      <dgm:spPr/>
      <dgm:t>
        <a:bodyPr/>
        <a:lstStyle/>
        <a:p>
          <a:endParaRPr lang="en-US"/>
        </a:p>
      </dgm:t>
    </dgm:pt>
    <dgm:pt modelId="{999EBDF6-0A6D-4417-800D-45129A931554}" type="parTrans" cxnId="{4BB0F693-AEED-4D26-AEF7-C907A1B9BBA9}">
      <dgm:prSet/>
      <dgm:spPr/>
      <dgm:t>
        <a:bodyPr/>
        <a:lstStyle/>
        <a:p>
          <a:endParaRPr lang="en-US"/>
        </a:p>
      </dgm:t>
    </dgm:pt>
    <dgm:pt modelId="{458EC1D4-B61D-4BB6-A4FC-00CF31615E0E}">
      <dgm:prSet/>
      <dgm:spPr/>
      <dgm:t>
        <a:bodyPr/>
        <a:lstStyle/>
        <a:p>
          <a:r>
            <a:rPr lang="en-US"/>
            <a:t>Core Features</a:t>
          </a:r>
        </a:p>
      </dgm:t>
    </dgm:pt>
    <dgm:pt modelId="{80F47FE8-BEA1-432A-BF1E-177CF42CCA07}" type="sibTrans" cxnId="{9EF9BFEF-1BC8-4CE3-A267-FCBAC1F18023}">
      <dgm:prSet/>
      <dgm:spPr/>
      <dgm:t>
        <a:bodyPr/>
        <a:lstStyle/>
        <a:p>
          <a:endParaRPr lang="en-US"/>
        </a:p>
      </dgm:t>
    </dgm:pt>
    <dgm:pt modelId="{C2962717-471A-4C96-AB5B-244A7644AED3}" type="parTrans" cxnId="{9EF9BFEF-1BC8-4CE3-A267-FCBAC1F18023}">
      <dgm:prSet/>
      <dgm:spPr/>
      <dgm:t>
        <a:bodyPr/>
        <a:lstStyle/>
        <a:p>
          <a:endParaRPr lang="en-US"/>
        </a:p>
      </dgm:t>
    </dgm:pt>
    <dgm:pt modelId="{D7B34309-0A3C-4069-B04F-E7D939997164}">
      <dgm:prSet/>
      <dgm:spPr/>
      <dgm:t>
        <a:bodyPr/>
        <a:lstStyle/>
        <a:p>
          <a:pPr>
            <a:lnSpc>
              <a:spcPct val="100000"/>
            </a:lnSpc>
          </a:pPr>
          <a:r>
            <a:rPr lang="en-US" dirty="0"/>
            <a:t>Medicine Management &amp; Reminders</a:t>
          </a:r>
        </a:p>
      </dgm:t>
    </dgm:pt>
    <dgm:pt modelId="{8703E2B9-F2F5-46ED-9848-75C36FDF122C}" type="sibTrans" cxnId="{B8322D4B-9304-474B-A5CE-4CDF9555A889}">
      <dgm:prSet/>
      <dgm:spPr/>
      <dgm:t>
        <a:bodyPr/>
        <a:lstStyle/>
        <a:p>
          <a:endParaRPr lang="en-US"/>
        </a:p>
      </dgm:t>
    </dgm:pt>
    <dgm:pt modelId="{FABADD29-068B-47E6-B5F0-3931E9195199}" type="parTrans" cxnId="{B8322D4B-9304-474B-A5CE-4CDF9555A889}">
      <dgm:prSet/>
      <dgm:spPr/>
      <dgm:t>
        <a:bodyPr/>
        <a:lstStyle/>
        <a:p>
          <a:endParaRPr lang="en-US"/>
        </a:p>
      </dgm:t>
    </dgm:pt>
    <dgm:pt modelId="{CFF3EB3F-8A11-4396-BA34-1A5A62A75741}">
      <dgm:prSet/>
      <dgm:spPr/>
      <dgm:t>
        <a:bodyPr/>
        <a:lstStyle/>
        <a:p>
          <a:pPr>
            <a:lnSpc>
              <a:spcPct val="100000"/>
            </a:lnSpc>
          </a:pPr>
          <a:r>
            <a:rPr lang="en-US" dirty="0"/>
            <a:t>Financial Tracking &amp; Budgeting</a:t>
          </a:r>
        </a:p>
      </dgm:t>
    </dgm:pt>
    <dgm:pt modelId="{98FC4243-2FBB-45E6-B4A5-725DC1774711}" type="sibTrans" cxnId="{4DB4B4CA-13F4-4384-9C1E-A82FEF547E94}">
      <dgm:prSet/>
      <dgm:spPr/>
      <dgm:t>
        <a:bodyPr/>
        <a:lstStyle/>
        <a:p>
          <a:endParaRPr lang="en-US"/>
        </a:p>
      </dgm:t>
    </dgm:pt>
    <dgm:pt modelId="{0F52A5E4-ACFC-4493-9519-A3331A5C5BD0}" type="parTrans" cxnId="{4DB4B4CA-13F4-4384-9C1E-A82FEF547E94}">
      <dgm:prSet/>
      <dgm:spPr/>
      <dgm:t>
        <a:bodyPr/>
        <a:lstStyle/>
        <a:p>
          <a:endParaRPr lang="en-US"/>
        </a:p>
      </dgm:t>
    </dgm:pt>
    <dgm:pt modelId="{2033E5FE-933B-4E26-A9EB-78F578431DCF}">
      <dgm:prSet/>
      <dgm:spPr/>
      <dgm:t>
        <a:bodyPr/>
        <a:lstStyle/>
        <a:p>
          <a:pPr>
            <a:lnSpc>
              <a:spcPct val="100000"/>
            </a:lnSpc>
          </a:pPr>
          <a:r>
            <a:rPr lang="en-US" dirty="0"/>
            <a:t>Social Events &amp; Community Engagement</a:t>
          </a:r>
        </a:p>
      </dgm:t>
    </dgm:pt>
    <dgm:pt modelId="{35D1C349-3949-4D52-BE47-F4B955B2404C}" type="sibTrans" cxnId="{63188D26-578F-4878-B8C4-3556DB806194}">
      <dgm:prSet/>
      <dgm:spPr/>
      <dgm:t>
        <a:bodyPr/>
        <a:lstStyle/>
        <a:p>
          <a:endParaRPr lang="en-US"/>
        </a:p>
      </dgm:t>
    </dgm:pt>
    <dgm:pt modelId="{A2CA17FF-92B4-4C61-B438-5E70BFCF29E2}" type="parTrans" cxnId="{63188D26-578F-4878-B8C4-3556DB806194}">
      <dgm:prSet/>
      <dgm:spPr/>
      <dgm:t>
        <a:bodyPr/>
        <a:lstStyle/>
        <a:p>
          <a:endParaRPr lang="en-US"/>
        </a:p>
      </dgm:t>
    </dgm:pt>
    <dgm:pt modelId="{E1FDE977-85F9-4EB3-AD5A-FD7B18389DF6}">
      <dgm:prSet/>
      <dgm:spPr/>
      <dgm:t>
        <a:bodyPr/>
        <a:lstStyle/>
        <a:p>
          <a:pPr>
            <a:lnSpc>
              <a:spcPct val="100000"/>
            </a:lnSpc>
          </a:pPr>
          <a:r>
            <a:rPr lang="en-US" dirty="0"/>
            <a:t>Emergency Support System</a:t>
          </a:r>
        </a:p>
      </dgm:t>
    </dgm:pt>
    <dgm:pt modelId="{BF7FE2DC-A305-464F-9981-F44F9958E3D6}" type="sibTrans" cxnId="{735EE40A-D985-4FCC-ADB6-9D845E17AF9A}">
      <dgm:prSet/>
      <dgm:spPr/>
      <dgm:t>
        <a:bodyPr/>
        <a:lstStyle/>
        <a:p>
          <a:endParaRPr lang="en-US"/>
        </a:p>
      </dgm:t>
    </dgm:pt>
    <dgm:pt modelId="{7E1F865A-5731-4A8D-BA86-2986D4D6AD46}" type="parTrans" cxnId="{735EE40A-D985-4FCC-ADB6-9D845E17AF9A}">
      <dgm:prSet/>
      <dgm:spPr/>
      <dgm:t>
        <a:bodyPr/>
        <a:lstStyle/>
        <a:p>
          <a:endParaRPr lang="en-US"/>
        </a:p>
      </dgm:t>
    </dgm:pt>
    <dgm:pt modelId="{DB570A60-DF24-44A5-B270-2B63D761844E}">
      <dgm:prSet/>
      <dgm:spPr/>
      <dgm:t>
        <a:bodyPr/>
        <a:lstStyle/>
        <a:p>
          <a:r>
            <a:rPr lang="en-US" dirty="0"/>
            <a:t>Technical Implementation</a:t>
          </a:r>
        </a:p>
      </dgm:t>
    </dgm:pt>
    <dgm:pt modelId="{26B8A114-4AD5-4476-8DBA-3154C15B09C8}" type="sibTrans" cxnId="{51FFE3C8-9C00-43DC-9322-802654DF191D}">
      <dgm:prSet/>
      <dgm:spPr/>
      <dgm:t>
        <a:bodyPr/>
        <a:lstStyle/>
        <a:p>
          <a:endParaRPr lang="en-US"/>
        </a:p>
      </dgm:t>
    </dgm:pt>
    <dgm:pt modelId="{19C56363-C3D4-49C0-8DC1-8A2DFEF0F671}" type="parTrans" cxnId="{51FFE3C8-9C00-43DC-9322-802654DF191D}">
      <dgm:prSet/>
      <dgm:spPr/>
      <dgm:t>
        <a:bodyPr/>
        <a:lstStyle/>
        <a:p>
          <a:endParaRPr lang="en-US"/>
        </a:p>
      </dgm:t>
    </dgm:pt>
    <dgm:pt modelId="{A704DCE1-16B3-4D19-8AD0-31A8F1407D06}">
      <dgm:prSet/>
      <dgm:spPr/>
      <dgm:t>
        <a:bodyPr/>
        <a:lstStyle/>
        <a:p>
          <a:pPr>
            <a:lnSpc>
              <a:spcPct val="100000"/>
            </a:lnSpc>
          </a:pPr>
          <a:r>
            <a:rPr lang="en-US" dirty="0"/>
            <a:t>Python Flask Backend</a:t>
          </a:r>
        </a:p>
      </dgm:t>
    </dgm:pt>
    <dgm:pt modelId="{83CA7A20-7552-4630-9F8B-6394AB66D8DE}" type="sibTrans" cxnId="{9A511140-496C-4C2A-91DF-5360C939AB38}">
      <dgm:prSet/>
      <dgm:spPr/>
      <dgm:t>
        <a:bodyPr/>
        <a:lstStyle/>
        <a:p>
          <a:endParaRPr lang="en-US"/>
        </a:p>
      </dgm:t>
    </dgm:pt>
    <dgm:pt modelId="{E5B27A82-0B23-4C6B-B53C-CE2D71BA4655}" type="parTrans" cxnId="{9A511140-496C-4C2A-91DF-5360C939AB38}">
      <dgm:prSet/>
      <dgm:spPr/>
      <dgm:t>
        <a:bodyPr/>
        <a:lstStyle/>
        <a:p>
          <a:endParaRPr lang="en-US"/>
        </a:p>
      </dgm:t>
    </dgm:pt>
    <dgm:pt modelId="{E350B3C8-65E1-4A12-B2F2-447AAC1CB2C7}">
      <dgm:prSet/>
      <dgm:spPr/>
      <dgm:t>
        <a:bodyPr/>
        <a:lstStyle/>
        <a:p>
          <a:pPr>
            <a:lnSpc>
              <a:spcPct val="100000"/>
            </a:lnSpc>
          </a:pPr>
          <a:r>
            <a:rPr lang="en-US" dirty="0"/>
            <a:t>MongoDB Database</a:t>
          </a:r>
        </a:p>
      </dgm:t>
    </dgm:pt>
    <dgm:pt modelId="{BC9C7C4F-5C46-4CDA-9A5B-2A62E8533932}" type="sibTrans" cxnId="{718335B5-5EAB-49FA-816B-F3B3B64AA6D4}">
      <dgm:prSet/>
      <dgm:spPr/>
      <dgm:t>
        <a:bodyPr/>
        <a:lstStyle/>
        <a:p>
          <a:endParaRPr lang="en-US"/>
        </a:p>
      </dgm:t>
    </dgm:pt>
    <dgm:pt modelId="{EF75DD7C-A344-4D30-AA04-144F9A1B149A}" type="parTrans" cxnId="{718335B5-5EAB-49FA-816B-F3B3B64AA6D4}">
      <dgm:prSet/>
      <dgm:spPr/>
      <dgm:t>
        <a:bodyPr/>
        <a:lstStyle/>
        <a:p>
          <a:endParaRPr lang="en-US"/>
        </a:p>
      </dgm:t>
    </dgm:pt>
    <dgm:pt modelId="{8E304D29-BE70-4EF6-97FD-47E7DCDE5925}">
      <dgm:prSet/>
      <dgm:spPr/>
      <dgm:t>
        <a:bodyPr/>
        <a:lstStyle/>
        <a:p>
          <a:pPr>
            <a:lnSpc>
              <a:spcPct val="100000"/>
            </a:lnSpc>
          </a:pPr>
          <a:r>
            <a:rPr lang="en-US" dirty="0"/>
            <a:t>Secure Authentication</a:t>
          </a:r>
        </a:p>
      </dgm:t>
    </dgm:pt>
    <dgm:pt modelId="{A70D0D20-5B79-4FC5-9DBC-0018903AB64B}" type="sibTrans" cxnId="{69F203C8-7267-4C6A-9A6C-409838C58871}">
      <dgm:prSet/>
      <dgm:spPr/>
      <dgm:t>
        <a:bodyPr/>
        <a:lstStyle/>
        <a:p>
          <a:endParaRPr lang="en-US"/>
        </a:p>
      </dgm:t>
    </dgm:pt>
    <dgm:pt modelId="{AE68F676-A676-48A8-B8FD-01BD37912228}" type="parTrans" cxnId="{69F203C8-7267-4C6A-9A6C-409838C58871}">
      <dgm:prSet/>
      <dgm:spPr/>
      <dgm:t>
        <a:bodyPr/>
        <a:lstStyle/>
        <a:p>
          <a:endParaRPr lang="en-US"/>
        </a:p>
      </dgm:t>
    </dgm:pt>
    <dgm:pt modelId="{0173578E-896B-4F53-BD8F-F78F2AB03807}">
      <dgm:prSet/>
      <dgm:spPr/>
      <dgm:t>
        <a:bodyPr/>
        <a:lstStyle/>
        <a:p>
          <a:pPr>
            <a:lnSpc>
              <a:spcPct val="100000"/>
            </a:lnSpc>
          </a:pPr>
          <a:r>
            <a:rPr lang="en-US" dirty="0"/>
            <a:t>Real-time Updates</a:t>
          </a:r>
        </a:p>
      </dgm:t>
    </dgm:pt>
    <dgm:pt modelId="{6229B122-B7EF-4D10-BEAF-60687AF16F6F}" type="sibTrans" cxnId="{175693E6-5076-426C-BA25-533124D72F54}">
      <dgm:prSet/>
      <dgm:spPr/>
      <dgm:t>
        <a:bodyPr/>
        <a:lstStyle/>
        <a:p>
          <a:endParaRPr lang="en-US"/>
        </a:p>
      </dgm:t>
    </dgm:pt>
    <dgm:pt modelId="{01CD562F-6CB7-40A5-BEE0-532F0390663F}" type="parTrans" cxnId="{175693E6-5076-426C-BA25-533124D72F54}">
      <dgm:prSet/>
      <dgm:spPr/>
      <dgm:t>
        <a:bodyPr/>
        <a:lstStyle/>
        <a:p>
          <a:endParaRPr lang="en-US"/>
        </a:p>
      </dgm:t>
    </dgm:pt>
    <dgm:pt modelId="{43EB5F7B-6720-42A3-B270-09A30C860F1E}" type="pres">
      <dgm:prSet presAssocID="{6583898E-9C14-46CC-8B41-5BB7DBA2B854}" presName="Name0" presStyleCnt="0">
        <dgm:presLayoutVars>
          <dgm:dir/>
          <dgm:animLvl val="lvl"/>
          <dgm:resizeHandles val="exact"/>
        </dgm:presLayoutVars>
      </dgm:prSet>
      <dgm:spPr/>
    </dgm:pt>
    <dgm:pt modelId="{A44789E9-5349-4864-ABD2-566C8E26C021}" type="pres">
      <dgm:prSet presAssocID="{BA568B8E-A58A-402C-8C01-A93094ED6223}" presName="composite" presStyleCnt="0"/>
      <dgm:spPr/>
    </dgm:pt>
    <dgm:pt modelId="{B9342B10-3991-4C6D-B1B8-776717E47D42}" type="pres">
      <dgm:prSet presAssocID="{BA568B8E-A58A-402C-8C01-A93094ED6223}" presName="parTx" presStyleLbl="alignNode1" presStyleIdx="0" presStyleCnt="3">
        <dgm:presLayoutVars>
          <dgm:chMax val="0"/>
          <dgm:chPref val="0"/>
          <dgm:bulletEnabled val="1"/>
        </dgm:presLayoutVars>
      </dgm:prSet>
      <dgm:spPr/>
    </dgm:pt>
    <dgm:pt modelId="{821271E2-64DA-40D4-9813-BDA86AFD1D4F}" type="pres">
      <dgm:prSet presAssocID="{BA568B8E-A58A-402C-8C01-A93094ED6223}" presName="desTx" presStyleLbl="alignAccFollowNode1" presStyleIdx="0" presStyleCnt="3">
        <dgm:presLayoutVars>
          <dgm:bulletEnabled val="1"/>
        </dgm:presLayoutVars>
      </dgm:prSet>
      <dgm:spPr/>
    </dgm:pt>
    <dgm:pt modelId="{B8F55A11-2FE8-4E2B-9CF6-12269BEDC828}" type="pres">
      <dgm:prSet presAssocID="{A7E6E650-F84E-497C-91E9-40B6EBA3FEB4}" presName="space" presStyleCnt="0"/>
      <dgm:spPr/>
    </dgm:pt>
    <dgm:pt modelId="{A62DD352-4E83-4E3A-900E-36DC187C226B}" type="pres">
      <dgm:prSet presAssocID="{458EC1D4-B61D-4BB6-A4FC-00CF31615E0E}" presName="composite" presStyleCnt="0"/>
      <dgm:spPr/>
    </dgm:pt>
    <dgm:pt modelId="{C7A72FF2-2A62-459F-B33B-A6D6264E2794}" type="pres">
      <dgm:prSet presAssocID="{458EC1D4-B61D-4BB6-A4FC-00CF31615E0E}" presName="parTx" presStyleLbl="alignNode1" presStyleIdx="1" presStyleCnt="3">
        <dgm:presLayoutVars>
          <dgm:chMax val="0"/>
          <dgm:chPref val="0"/>
          <dgm:bulletEnabled val="1"/>
        </dgm:presLayoutVars>
      </dgm:prSet>
      <dgm:spPr/>
    </dgm:pt>
    <dgm:pt modelId="{35C347BC-468F-49C2-BD57-D104A3AF62DF}" type="pres">
      <dgm:prSet presAssocID="{458EC1D4-B61D-4BB6-A4FC-00CF31615E0E}" presName="desTx" presStyleLbl="alignAccFollowNode1" presStyleIdx="1" presStyleCnt="3">
        <dgm:presLayoutVars>
          <dgm:bulletEnabled val="1"/>
        </dgm:presLayoutVars>
      </dgm:prSet>
      <dgm:spPr/>
    </dgm:pt>
    <dgm:pt modelId="{B43CF1E9-77F0-4A1E-94E9-F6CB124DFFA7}" type="pres">
      <dgm:prSet presAssocID="{80F47FE8-BEA1-432A-BF1E-177CF42CCA07}" presName="space" presStyleCnt="0"/>
      <dgm:spPr/>
    </dgm:pt>
    <dgm:pt modelId="{0DABF02A-CB5A-4405-8B4C-7FB02C659815}" type="pres">
      <dgm:prSet presAssocID="{DB570A60-DF24-44A5-B270-2B63D761844E}" presName="composite" presStyleCnt="0"/>
      <dgm:spPr/>
    </dgm:pt>
    <dgm:pt modelId="{AB87914D-4E17-4E2E-8D60-7AC807B897BB}" type="pres">
      <dgm:prSet presAssocID="{DB570A60-DF24-44A5-B270-2B63D761844E}" presName="parTx" presStyleLbl="alignNode1" presStyleIdx="2" presStyleCnt="3">
        <dgm:presLayoutVars>
          <dgm:chMax val="0"/>
          <dgm:chPref val="0"/>
          <dgm:bulletEnabled val="1"/>
        </dgm:presLayoutVars>
      </dgm:prSet>
      <dgm:spPr/>
    </dgm:pt>
    <dgm:pt modelId="{65417A30-1C2E-488A-8259-767EABE15EDB}" type="pres">
      <dgm:prSet presAssocID="{DB570A60-DF24-44A5-B270-2B63D761844E}" presName="desTx" presStyleLbl="alignAccFollowNode1" presStyleIdx="2" presStyleCnt="3">
        <dgm:presLayoutVars>
          <dgm:bulletEnabled val="1"/>
        </dgm:presLayoutVars>
      </dgm:prSet>
      <dgm:spPr/>
    </dgm:pt>
  </dgm:ptLst>
  <dgm:cxnLst>
    <dgm:cxn modelId="{735EE40A-D985-4FCC-ADB6-9D845E17AF9A}" srcId="{458EC1D4-B61D-4BB6-A4FC-00CF31615E0E}" destId="{E1FDE977-85F9-4EB3-AD5A-FD7B18389DF6}" srcOrd="3" destOrd="0" parTransId="{7E1F865A-5731-4A8D-BA86-2986D4D6AD46}" sibTransId="{BF7FE2DC-A305-464F-9981-F44F9958E3D6}"/>
    <dgm:cxn modelId="{37BEE90A-5356-44A4-B906-32CC4457E347}" srcId="{BA568B8E-A58A-402C-8C01-A93094ED6223}" destId="{125A3745-6769-4271-A4A8-5563F90AEE12}" srcOrd="0" destOrd="0" parTransId="{AB672C4B-E485-4A96-B7AB-21AF5B4A7B78}" sibTransId="{404F3B82-05FF-4614-8E38-26D3C9268750}"/>
    <dgm:cxn modelId="{63188D26-578F-4878-B8C4-3556DB806194}" srcId="{458EC1D4-B61D-4BB6-A4FC-00CF31615E0E}" destId="{2033E5FE-933B-4E26-A9EB-78F578431DCF}" srcOrd="2" destOrd="0" parTransId="{A2CA17FF-92B4-4C61-B438-5E70BFCF29E2}" sibTransId="{35D1C349-3949-4D52-BE47-F4B955B2404C}"/>
    <dgm:cxn modelId="{8723F42E-1C61-45A7-A495-14F9E794317A}" srcId="{BA568B8E-A58A-402C-8C01-A93094ED6223}" destId="{C0D4C795-03D5-4FFE-AAF2-FD5700C1C2D5}" srcOrd="1" destOrd="0" parTransId="{82A85E5C-0B02-44B3-B71C-36BB59DB2D09}" sibTransId="{0B63BCFA-D3C1-41D4-A7B5-6552D25D58D5}"/>
    <dgm:cxn modelId="{325C9431-A00C-4145-9835-9181F7825441}" type="presOf" srcId="{DB570A60-DF24-44A5-B270-2B63D761844E}" destId="{AB87914D-4E17-4E2E-8D60-7AC807B897BB}" srcOrd="0" destOrd="0" presId="urn:microsoft.com/office/officeart/2005/8/layout/hList1"/>
    <dgm:cxn modelId="{9A511140-496C-4C2A-91DF-5360C939AB38}" srcId="{DB570A60-DF24-44A5-B270-2B63D761844E}" destId="{A704DCE1-16B3-4D19-8AD0-31A8F1407D06}" srcOrd="0" destOrd="0" parTransId="{E5B27A82-0B23-4C6B-B53C-CE2D71BA4655}" sibTransId="{83CA7A20-7552-4630-9F8B-6394AB66D8DE}"/>
    <dgm:cxn modelId="{62A44947-89D0-4E6C-9D04-CDFA31D59462}" type="presOf" srcId="{C0D4C795-03D5-4FFE-AAF2-FD5700C1C2D5}" destId="{821271E2-64DA-40D4-9813-BDA86AFD1D4F}" srcOrd="0" destOrd="1" presId="urn:microsoft.com/office/officeart/2005/8/layout/hList1"/>
    <dgm:cxn modelId="{B8322D4B-9304-474B-A5CE-4CDF9555A889}" srcId="{458EC1D4-B61D-4BB6-A4FC-00CF31615E0E}" destId="{D7B34309-0A3C-4069-B04F-E7D939997164}" srcOrd="0" destOrd="0" parTransId="{FABADD29-068B-47E6-B5F0-3931E9195199}" sibTransId="{8703E2B9-F2F5-46ED-9848-75C36FDF122C}"/>
    <dgm:cxn modelId="{C9CE315A-48A8-42BF-8D7C-6D9A5A3F8E33}" type="presOf" srcId="{125A3745-6769-4271-A4A8-5563F90AEE12}" destId="{821271E2-64DA-40D4-9813-BDA86AFD1D4F}" srcOrd="0" destOrd="0" presId="urn:microsoft.com/office/officeart/2005/8/layout/hList1"/>
    <dgm:cxn modelId="{FC8D3490-DC94-4EB8-93B5-5072E48FFC70}" type="presOf" srcId="{8E304D29-BE70-4EF6-97FD-47E7DCDE5925}" destId="{65417A30-1C2E-488A-8259-767EABE15EDB}" srcOrd="0" destOrd="2" presId="urn:microsoft.com/office/officeart/2005/8/layout/hList1"/>
    <dgm:cxn modelId="{4BB0F693-AEED-4D26-AEF7-C907A1B9BBA9}" srcId="{BA568B8E-A58A-402C-8C01-A93094ED6223}" destId="{9EEE4D61-F3CA-495E-9580-BB5866A1A4DB}" srcOrd="2" destOrd="0" parTransId="{999EBDF6-0A6D-4417-800D-45129A931554}" sibTransId="{8B99DF9B-711F-4B9D-A468-BE1DF8C2A3C0}"/>
    <dgm:cxn modelId="{BD63FD93-7999-4AFE-88F8-C64E5BA58756}" type="presOf" srcId="{0173578E-896B-4F53-BD8F-F78F2AB03807}" destId="{65417A30-1C2E-488A-8259-767EABE15EDB}" srcOrd="0" destOrd="3" presId="urn:microsoft.com/office/officeart/2005/8/layout/hList1"/>
    <dgm:cxn modelId="{221EA59C-33C7-4F74-B4B3-ED29C6553F8E}" type="presOf" srcId="{CFF3EB3F-8A11-4396-BA34-1A5A62A75741}" destId="{35C347BC-468F-49C2-BD57-D104A3AF62DF}" srcOrd="0" destOrd="1" presId="urn:microsoft.com/office/officeart/2005/8/layout/hList1"/>
    <dgm:cxn modelId="{0F170DA1-DB5B-4A9E-ACDC-41A6BDED4E67}" type="presOf" srcId="{E350B3C8-65E1-4A12-B2F2-447AAC1CB2C7}" destId="{65417A30-1C2E-488A-8259-767EABE15EDB}" srcOrd="0" destOrd="1" presId="urn:microsoft.com/office/officeart/2005/8/layout/hList1"/>
    <dgm:cxn modelId="{BDECC8AE-5D4A-44DE-997D-022634C525C4}" type="presOf" srcId="{D7B34309-0A3C-4069-B04F-E7D939997164}" destId="{35C347BC-468F-49C2-BD57-D104A3AF62DF}" srcOrd="0" destOrd="0" presId="urn:microsoft.com/office/officeart/2005/8/layout/hList1"/>
    <dgm:cxn modelId="{718335B5-5EAB-49FA-816B-F3B3B64AA6D4}" srcId="{DB570A60-DF24-44A5-B270-2B63D761844E}" destId="{E350B3C8-65E1-4A12-B2F2-447AAC1CB2C7}" srcOrd="1" destOrd="0" parTransId="{EF75DD7C-A344-4D30-AA04-144F9A1B149A}" sibTransId="{BC9C7C4F-5C46-4CDA-9A5B-2A62E8533932}"/>
    <dgm:cxn modelId="{ADED83B7-4B6D-45DB-8DB6-AB2222A445C5}" type="presOf" srcId="{458EC1D4-B61D-4BB6-A4FC-00CF31615E0E}" destId="{C7A72FF2-2A62-459F-B33B-A6D6264E2794}" srcOrd="0" destOrd="0" presId="urn:microsoft.com/office/officeart/2005/8/layout/hList1"/>
    <dgm:cxn modelId="{6BD0CDBD-BA96-4536-883C-1639F4D6CDC4}" type="presOf" srcId="{E1FDE977-85F9-4EB3-AD5A-FD7B18389DF6}" destId="{35C347BC-468F-49C2-BD57-D104A3AF62DF}" srcOrd="0" destOrd="3" presId="urn:microsoft.com/office/officeart/2005/8/layout/hList1"/>
    <dgm:cxn modelId="{77185DBF-DD64-44C9-A831-24A6BA3988E3}" type="presOf" srcId="{9EEE4D61-F3CA-495E-9580-BB5866A1A4DB}" destId="{821271E2-64DA-40D4-9813-BDA86AFD1D4F}" srcOrd="0" destOrd="2" presId="urn:microsoft.com/office/officeart/2005/8/layout/hList1"/>
    <dgm:cxn modelId="{69F203C8-7267-4C6A-9A6C-409838C58871}" srcId="{DB570A60-DF24-44A5-B270-2B63D761844E}" destId="{8E304D29-BE70-4EF6-97FD-47E7DCDE5925}" srcOrd="2" destOrd="0" parTransId="{AE68F676-A676-48A8-B8FD-01BD37912228}" sibTransId="{A70D0D20-5B79-4FC5-9DBC-0018903AB64B}"/>
    <dgm:cxn modelId="{51FFE3C8-9C00-43DC-9322-802654DF191D}" srcId="{6583898E-9C14-46CC-8B41-5BB7DBA2B854}" destId="{DB570A60-DF24-44A5-B270-2B63D761844E}" srcOrd="2" destOrd="0" parTransId="{19C56363-C3D4-49C0-8DC1-8A2DFEF0F671}" sibTransId="{26B8A114-4AD5-4476-8DBA-3154C15B09C8}"/>
    <dgm:cxn modelId="{4DB4B4CA-13F4-4384-9C1E-A82FEF547E94}" srcId="{458EC1D4-B61D-4BB6-A4FC-00CF31615E0E}" destId="{CFF3EB3F-8A11-4396-BA34-1A5A62A75741}" srcOrd="1" destOrd="0" parTransId="{0F52A5E4-ACFC-4493-9519-A3331A5C5BD0}" sibTransId="{98FC4243-2FBB-45E6-B4A5-725DC1774711}"/>
    <dgm:cxn modelId="{9D3D4FD8-50D6-4A4B-993C-71048B42C208}" srcId="{6583898E-9C14-46CC-8B41-5BB7DBA2B854}" destId="{BA568B8E-A58A-402C-8C01-A93094ED6223}" srcOrd="0" destOrd="0" parTransId="{FA911B24-63C6-4C7E-A181-9837AAE57E69}" sibTransId="{A7E6E650-F84E-497C-91E9-40B6EBA3FEB4}"/>
    <dgm:cxn modelId="{BE17ECDB-EB61-424F-8EEE-09F5B2432C51}" type="presOf" srcId="{2033E5FE-933B-4E26-A9EB-78F578431DCF}" destId="{35C347BC-468F-49C2-BD57-D104A3AF62DF}" srcOrd="0" destOrd="2" presId="urn:microsoft.com/office/officeart/2005/8/layout/hList1"/>
    <dgm:cxn modelId="{F80C70DE-B1A1-4E55-9AB0-099178838CA0}" type="presOf" srcId="{A704DCE1-16B3-4D19-8AD0-31A8F1407D06}" destId="{65417A30-1C2E-488A-8259-767EABE15EDB}" srcOrd="0" destOrd="0" presId="urn:microsoft.com/office/officeart/2005/8/layout/hList1"/>
    <dgm:cxn modelId="{175693E6-5076-426C-BA25-533124D72F54}" srcId="{DB570A60-DF24-44A5-B270-2B63D761844E}" destId="{0173578E-896B-4F53-BD8F-F78F2AB03807}" srcOrd="3" destOrd="0" parTransId="{01CD562F-6CB7-40A5-BEE0-532F0390663F}" sibTransId="{6229B122-B7EF-4D10-BEAF-60687AF16F6F}"/>
    <dgm:cxn modelId="{1CD1C6EC-6077-4CB0-987C-D03242DCC141}" type="presOf" srcId="{6583898E-9C14-46CC-8B41-5BB7DBA2B854}" destId="{43EB5F7B-6720-42A3-B270-09A30C860F1E}" srcOrd="0" destOrd="0" presId="urn:microsoft.com/office/officeart/2005/8/layout/hList1"/>
    <dgm:cxn modelId="{9EF9BFEF-1BC8-4CE3-A267-FCBAC1F18023}" srcId="{6583898E-9C14-46CC-8B41-5BB7DBA2B854}" destId="{458EC1D4-B61D-4BB6-A4FC-00CF31615E0E}" srcOrd="1" destOrd="0" parTransId="{C2962717-471A-4C96-AB5B-244A7644AED3}" sibTransId="{80F47FE8-BEA1-432A-BF1E-177CF42CCA07}"/>
    <dgm:cxn modelId="{CD2C93F7-4642-4AEB-9BBF-4C076ECAF4D8}" type="presOf" srcId="{BA568B8E-A58A-402C-8C01-A93094ED6223}" destId="{B9342B10-3991-4C6D-B1B8-776717E47D42}" srcOrd="0" destOrd="0" presId="urn:microsoft.com/office/officeart/2005/8/layout/hList1"/>
    <dgm:cxn modelId="{4C15799C-DA0A-4AC4-A76E-C5C87B76AF5E}" type="presParOf" srcId="{43EB5F7B-6720-42A3-B270-09A30C860F1E}" destId="{A44789E9-5349-4864-ABD2-566C8E26C021}" srcOrd="0" destOrd="0" presId="urn:microsoft.com/office/officeart/2005/8/layout/hList1"/>
    <dgm:cxn modelId="{70BDDED5-ED61-411A-9CF9-FBEF34FA8AE9}" type="presParOf" srcId="{A44789E9-5349-4864-ABD2-566C8E26C021}" destId="{B9342B10-3991-4C6D-B1B8-776717E47D42}" srcOrd="0" destOrd="0" presId="urn:microsoft.com/office/officeart/2005/8/layout/hList1"/>
    <dgm:cxn modelId="{2C991BA3-05DD-4265-92EB-DCD6FE9E8B4C}" type="presParOf" srcId="{A44789E9-5349-4864-ABD2-566C8E26C021}" destId="{821271E2-64DA-40D4-9813-BDA86AFD1D4F}" srcOrd="1" destOrd="0" presId="urn:microsoft.com/office/officeart/2005/8/layout/hList1"/>
    <dgm:cxn modelId="{6AF0CADB-6597-4DAB-8C05-68711E1F4E35}" type="presParOf" srcId="{43EB5F7B-6720-42A3-B270-09A30C860F1E}" destId="{B8F55A11-2FE8-4E2B-9CF6-12269BEDC828}" srcOrd="1" destOrd="0" presId="urn:microsoft.com/office/officeart/2005/8/layout/hList1"/>
    <dgm:cxn modelId="{43BE04B1-993A-4DDB-A80C-3E355C9429FF}" type="presParOf" srcId="{43EB5F7B-6720-42A3-B270-09A30C860F1E}" destId="{A62DD352-4E83-4E3A-900E-36DC187C226B}" srcOrd="2" destOrd="0" presId="urn:microsoft.com/office/officeart/2005/8/layout/hList1"/>
    <dgm:cxn modelId="{050A1916-4081-445F-A703-A6E3F3692CA3}" type="presParOf" srcId="{A62DD352-4E83-4E3A-900E-36DC187C226B}" destId="{C7A72FF2-2A62-459F-B33B-A6D6264E2794}" srcOrd="0" destOrd="0" presId="urn:microsoft.com/office/officeart/2005/8/layout/hList1"/>
    <dgm:cxn modelId="{E0468A4D-145B-4A37-980F-A8F0F155053D}" type="presParOf" srcId="{A62DD352-4E83-4E3A-900E-36DC187C226B}" destId="{35C347BC-468F-49C2-BD57-D104A3AF62DF}" srcOrd="1" destOrd="0" presId="urn:microsoft.com/office/officeart/2005/8/layout/hList1"/>
    <dgm:cxn modelId="{BEC7DC6F-E46D-46BF-B0DF-162CBE90ADFD}" type="presParOf" srcId="{43EB5F7B-6720-42A3-B270-09A30C860F1E}" destId="{B43CF1E9-77F0-4A1E-94E9-F6CB124DFFA7}" srcOrd="3" destOrd="0" presId="urn:microsoft.com/office/officeart/2005/8/layout/hList1"/>
    <dgm:cxn modelId="{0DC42EDE-6FAA-4E27-9924-C1EC1A231716}" type="presParOf" srcId="{43EB5F7B-6720-42A3-B270-09A30C860F1E}" destId="{0DABF02A-CB5A-4405-8B4C-7FB02C659815}" srcOrd="4" destOrd="0" presId="urn:microsoft.com/office/officeart/2005/8/layout/hList1"/>
    <dgm:cxn modelId="{3FAA98EA-E325-4423-804D-7613D56B9641}" type="presParOf" srcId="{0DABF02A-CB5A-4405-8B4C-7FB02C659815}" destId="{AB87914D-4E17-4E2E-8D60-7AC807B897BB}" srcOrd="0" destOrd="0" presId="urn:microsoft.com/office/officeart/2005/8/layout/hList1"/>
    <dgm:cxn modelId="{1486414E-E566-48BA-90A5-5FC5B5B07B93}" type="presParOf" srcId="{0DABF02A-CB5A-4405-8B4C-7FB02C659815}" destId="{65417A30-1C2E-488A-8259-767EABE15EDB}" srcOrd="1" destOrd="0" presId="urn:microsoft.com/office/officeart/2005/8/layout/hList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A02585-A308-4923-9E81-6A391857BD68}">
      <dsp:nvSpPr>
        <dsp:cNvPr id="0" name=""/>
        <dsp:cNvSpPr/>
      </dsp:nvSpPr>
      <dsp:spPr>
        <a:xfrm>
          <a:off x="5388675" y="1785482"/>
          <a:ext cx="2392019" cy="2392019"/>
        </a:xfrm>
        <a:prstGeom prst="ellipse">
          <a:avLst/>
        </a:prstGeom>
        <a:solidFill>
          <a:schemeClr val="accent6">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2BAB897D-D7B7-4813-8A9B-2F5C1BDFED84}">
      <dsp:nvSpPr>
        <dsp:cNvPr id="0" name=""/>
        <dsp:cNvSpPr/>
      </dsp:nvSpPr>
      <dsp:spPr>
        <a:xfrm>
          <a:off x="5089672" y="0"/>
          <a:ext cx="2990024" cy="162880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511300">
            <a:lnSpc>
              <a:spcPct val="90000"/>
            </a:lnSpc>
            <a:spcBef>
              <a:spcPct val="0"/>
            </a:spcBef>
            <a:spcAft>
              <a:spcPct val="35000"/>
            </a:spcAft>
            <a:buNone/>
          </a:pPr>
          <a:r>
            <a:rPr lang="en-US" sz="3400" kern="1200" dirty="0">
              <a:latin typeface="+mn-lt"/>
            </a:rPr>
            <a:t>Fully functional web portal developed.</a:t>
          </a:r>
        </a:p>
      </dsp:txBody>
      <dsp:txXfrm>
        <a:off x="5089672" y="0"/>
        <a:ext cx="2990024" cy="1628807"/>
      </dsp:txXfrm>
    </dsp:sp>
    <dsp:sp modelId="{1D14B487-D816-407B-81AD-00699659C6EE}">
      <dsp:nvSpPr>
        <dsp:cNvPr id="0" name=""/>
        <dsp:cNvSpPr/>
      </dsp:nvSpPr>
      <dsp:spPr>
        <a:xfrm>
          <a:off x="6165084" y="2233792"/>
          <a:ext cx="2392019" cy="2392019"/>
        </a:xfrm>
        <a:prstGeom prst="ellipse">
          <a:avLst/>
        </a:prstGeom>
        <a:solidFill>
          <a:schemeClr val="accent6">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9DF9EB2E-45BD-4EF1-996F-E59875720415}">
      <dsp:nvSpPr>
        <dsp:cNvPr id="0" name=""/>
        <dsp:cNvSpPr/>
      </dsp:nvSpPr>
      <dsp:spPr>
        <a:xfrm>
          <a:off x="8734512" y="1551244"/>
          <a:ext cx="2833546" cy="178393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511300">
            <a:lnSpc>
              <a:spcPct val="90000"/>
            </a:lnSpc>
            <a:spcBef>
              <a:spcPct val="0"/>
            </a:spcBef>
            <a:spcAft>
              <a:spcPct val="35000"/>
            </a:spcAft>
            <a:buNone/>
          </a:pPr>
          <a:r>
            <a:rPr lang="en-US" sz="3400" kern="1200" dirty="0">
              <a:latin typeface="+mn-lt"/>
            </a:rPr>
            <a:t>Responsive design tested across devices.</a:t>
          </a:r>
        </a:p>
      </dsp:txBody>
      <dsp:txXfrm>
        <a:off x="8734512" y="1551244"/>
        <a:ext cx="2833546" cy="1783931"/>
      </dsp:txXfrm>
    </dsp:sp>
    <dsp:sp modelId="{3A08F486-C82A-4160-A2DC-C2CB6ADE85FD}">
      <dsp:nvSpPr>
        <dsp:cNvPr id="0" name=""/>
        <dsp:cNvSpPr/>
      </dsp:nvSpPr>
      <dsp:spPr>
        <a:xfrm>
          <a:off x="6165084" y="3130412"/>
          <a:ext cx="2392019" cy="2392019"/>
        </a:xfrm>
        <a:prstGeom prst="ellipse">
          <a:avLst/>
        </a:prstGeom>
        <a:solidFill>
          <a:schemeClr val="accent6">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A0B455CA-BB5E-4213-AC0A-82054F59526A}">
      <dsp:nvSpPr>
        <dsp:cNvPr id="0" name=""/>
        <dsp:cNvSpPr/>
      </dsp:nvSpPr>
      <dsp:spPr>
        <a:xfrm>
          <a:off x="8734512" y="4211629"/>
          <a:ext cx="2833546" cy="1993349"/>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511300">
            <a:lnSpc>
              <a:spcPct val="90000"/>
            </a:lnSpc>
            <a:spcBef>
              <a:spcPct val="0"/>
            </a:spcBef>
            <a:spcAft>
              <a:spcPct val="35000"/>
            </a:spcAft>
            <a:buNone/>
          </a:pPr>
          <a:r>
            <a:rPr lang="en-US" sz="3400" kern="1200" dirty="0">
              <a:latin typeface="+mn-lt"/>
            </a:rPr>
            <a:t>Real-time dashboard data updates.</a:t>
          </a:r>
        </a:p>
      </dsp:txBody>
      <dsp:txXfrm>
        <a:off x="8734512" y="4211629"/>
        <a:ext cx="2833546" cy="1993349"/>
      </dsp:txXfrm>
    </dsp:sp>
    <dsp:sp modelId="{03E52410-23AF-4D6F-A552-B917E692D337}">
      <dsp:nvSpPr>
        <dsp:cNvPr id="0" name=""/>
        <dsp:cNvSpPr/>
      </dsp:nvSpPr>
      <dsp:spPr>
        <a:xfrm>
          <a:off x="5388675" y="3579497"/>
          <a:ext cx="2392019" cy="2392019"/>
        </a:xfrm>
        <a:prstGeom prst="ellipse">
          <a:avLst/>
        </a:prstGeom>
        <a:solidFill>
          <a:schemeClr val="accent6">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CAE43425-B56E-4DFF-B5CE-A321A41EBE79}">
      <dsp:nvSpPr>
        <dsp:cNvPr id="0" name=""/>
        <dsp:cNvSpPr/>
      </dsp:nvSpPr>
      <dsp:spPr>
        <a:xfrm>
          <a:off x="5089672" y="6127416"/>
          <a:ext cx="2990024" cy="162880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511300">
            <a:lnSpc>
              <a:spcPct val="90000"/>
            </a:lnSpc>
            <a:spcBef>
              <a:spcPct val="0"/>
            </a:spcBef>
            <a:spcAft>
              <a:spcPct val="35000"/>
            </a:spcAft>
            <a:buNone/>
          </a:pPr>
          <a:r>
            <a:rPr lang="en-US" sz="3400" kern="1200">
              <a:latin typeface="+mn-lt"/>
            </a:rPr>
            <a:t>Enhanced usability for non-tech users.</a:t>
          </a:r>
        </a:p>
      </dsp:txBody>
      <dsp:txXfrm>
        <a:off x="5089672" y="6127416"/>
        <a:ext cx="2990024" cy="1628807"/>
      </dsp:txXfrm>
    </dsp:sp>
    <dsp:sp modelId="{70EC506D-AD0F-4CFC-AA13-1CED5704B988}">
      <dsp:nvSpPr>
        <dsp:cNvPr id="0" name=""/>
        <dsp:cNvSpPr/>
      </dsp:nvSpPr>
      <dsp:spPr>
        <a:xfrm>
          <a:off x="4612265" y="3130412"/>
          <a:ext cx="2392019" cy="2392019"/>
        </a:xfrm>
        <a:prstGeom prst="ellipse">
          <a:avLst/>
        </a:prstGeom>
        <a:solidFill>
          <a:schemeClr val="accent6">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F65624B1-F1DE-432A-97F9-ACF1BA379F88}">
      <dsp:nvSpPr>
        <dsp:cNvPr id="0" name=""/>
        <dsp:cNvSpPr/>
      </dsp:nvSpPr>
      <dsp:spPr>
        <a:xfrm>
          <a:off x="1601311" y="4211629"/>
          <a:ext cx="2833546" cy="1993349"/>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511300">
            <a:lnSpc>
              <a:spcPct val="90000"/>
            </a:lnSpc>
            <a:spcBef>
              <a:spcPct val="0"/>
            </a:spcBef>
            <a:spcAft>
              <a:spcPct val="35000"/>
            </a:spcAft>
            <a:buNone/>
          </a:pPr>
          <a:r>
            <a:rPr lang="en-US" sz="3400" kern="1200">
              <a:latin typeface="+mn-lt"/>
            </a:rPr>
            <a:t>Positive internal feedback from test users.</a:t>
          </a:r>
        </a:p>
      </dsp:txBody>
      <dsp:txXfrm>
        <a:off x="1601311" y="4211629"/>
        <a:ext cx="2833546" cy="1993349"/>
      </dsp:txXfrm>
    </dsp:sp>
    <dsp:sp modelId="{FF78A5C2-A9AE-41FD-95D6-59EF558AED6A}">
      <dsp:nvSpPr>
        <dsp:cNvPr id="0" name=""/>
        <dsp:cNvSpPr/>
      </dsp:nvSpPr>
      <dsp:spPr>
        <a:xfrm>
          <a:off x="4612265" y="2233792"/>
          <a:ext cx="2392019" cy="2392019"/>
        </a:xfrm>
        <a:prstGeom prst="ellipse">
          <a:avLst/>
        </a:prstGeom>
        <a:solidFill>
          <a:schemeClr val="accent6">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54D6177D-2502-4559-B43A-09153D17AB43}">
      <dsp:nvSpPr>
        <dsp:cNvPr id="0" name=""/>
        <dsp:cNvSpPr/>
      </dsp:nvSpPr>
      <dsp:spPr>
        <a:xfrm>
          <a:off x="1601311" y="1551244"/>
          <a:ext cx="2833546" cy="1993349"/>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511300">
            <a:lnSpc>
              <a:spcPct val="90000"/>
            </a:lnSpc>
            <a:spcBef>
              <a:spcPct val="0"/>
            </a:spcBef>
            <a:spcAft>
              <a:spcPct val="35000"/>
            </a:spcAft>
            <a:buNone/>
          </a:pPr>
          <a:r>
            <a:rPr lang="en-US" sz="3400" kern="1200" dirty="0">
              <a:latin typeface="+mn-lt"/>
            </a:rPr>
            <a:t>All modules implemented as planned.</a:t>
          </a:r>
        </a:p>
      </dsp:txBody>
      <dsp:txXfrm>
        <a:off x="1601311" y="1551244"/>
        <a:ext cx="2833546" cy="19933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342B10-3991-4C6D-B1B8-776717E47D42}">
      <dsp:nvSpPr>
        <dsp:cNvPr id="0" name=""/>
        <dsp:cNvSpPr/>
      </dsp:nvSpPr>
      <dsp:spPr>
        <a:xfrm>
          <a:off x="4389" y="674786"/>
          <a:ext cx="4279748" cy="1185271"/>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808" tIns="138176" rIns="241808" bIns="138176" numCol="1" spcCol="1270" anchor="ctr" anchorCtr="0">
          <a:noAutofit/>
        </a:bodyPr>
        <a:lstStyle/>
        <a:p>
          <a:pPr marL="0" lvl="0" indent="0" algn="ctr" defTabSz="1511300">
            <a:lnSpc>
              <a:spcPct val="90000"/>
            </a:lnSpc>
            <a:spcBef>
              <a:spcPct val="0"/>
            </a:spcBef>
            <a:spcAft>
              <a:spcPct val="35000"/>
            </a:spcAft>
            <a:buNone/>
          </a:pPr>
          <a:r>
            <a:rPr lang="en-US" sz="3400" kern="1200" dirty="0"/>
            <a:t>User-Centric Design</a:t>
          </a:r>
        </a:p>
      </dsp:txBody>
      <dsp:txXfrm>
        <a:off x="4389" y="674786"/>
        <a:ext cx="4279748" cy="1185271"/>
      </dsp:txXfrm>
    </dsp:sp>
    <dsp:sp modelId="{821271E2-64DA-40D4-9813-BDA86AFD1D4F}">
      <dsp:nvSpPr>
        <dsp:cNvPr id="0" name=""/>
        <dsp:cNvSpPr/>
      </dsp:nvSpPr>
      <dsp:spPr>
        <a:xfrm>
          <a:off x="4389" y="1860057"/>
          <a:ext cx="4279748" cy="5646465"/>
        </a:xfrm>
        <a:prstGeom prst="rect">
          <a:avLst/>
        </a:prstGeom>
        <a:solidFill>
          <a:schemeClr val="accent2">
            <a:alpha val="90000"/>
            <a:tint val="40000"/>
            <a:hueOff val="0"/>
            <a:satOff val="0"/>
            <a:lumOff val="0"/>
            <a:alphaOff val="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1356" tIns="181356" rIns="241808" bIns="272034" numCol="1" spcCol="1270" anchor="t" anchorCtr="0">
          <a:noAutofit/>
        </a:bodyPr>
        <a:lstStyle/>
        <a:p>
          <a:pPr marL="285750" lvl="1" indent="-285750" algn="l" defTabSz="1511300">
            <a:lnSpc>
              <a:spcPct val="100000"/>
            </a:lnSpc>
            <a:spcBef>
              <a:spcPct val="0"/>
            </a:spcBef>
            <a:spcAft>
              <a:spcPct val="15000"/>
            </a:spcAft>
            <a:buChar char="•"/>
          </a:pPr>
          <a:r>
            <a:rPr lang="en-US" sz="3400" kern="1200" dirty="0"/>
            <a:t>Multi-role system (Elder, Child, Admin)</a:t>
          </a:r>
        </a:p>
        <a:p>
          <a:pPr marL="285750" lvl="1" indent="-285750" algn="l" defTabSz="1511300">
            <a:lnSpc>
              <a:spcPct val="100000"/>
            </a:lnSpc>
            <a:spcBef>
              <a:spcPct val="0"/>
            </a:spcBef>
            <a:spcAft>
              <a:spcPct val="15000"/>
            </a:spcAft>
            <a:buChar char="•"/>
          </a:pPr>
          <a:r>
            <a:rPr lang="en-US" sz="3400" kern="1200" dirty="0"/>
            <a:t>Intuitive interface for elderly users</a:t>
          </a:r>
        </a:p>
        <a:p>
          <a:pPr marL="285750" lvl="1" indent="-285750" algn="l" defTabSz="1511300">
            <a:lnSpc>
              <a:spcPct val="100000"/>
            </a:lnSpc>
            <a:spcBef>
              <a:spcPct val="0"/>
            </a:spcBef>
            <a:spcAft>
              <a:spcPct val="15000"/>
            </a:spcAft>
            <a:buChar char="•"/>
          </a:pPr>
          <a:r>
            <a:rPr lang="en-US" sz="3400" kern="1200" dirty="0"/>
            <a:t>Family integration system</a:t>
          </a:r>
        </a:p>
      </dsp:txBody>
      <dsp:txXfrm>
        <a:off x="4389" y="1860057"/>
        <a:ext cx="4279748" cy="5646465"/>
      </dsp:txXfrm>
    </dsp:sp>
    <dsp:sp modelId="{C7A72FF2-2A62-459F-B33B-A6D6264E2794}">
      <dsp:nvSpPr>
        <dsp:cNvPr id="0" name=""/>
        <dsp:cNvSpPr/>
      </dsp:nvSpPr>
      <dsp:spPr>
        <a:xfrm>
          <a:off x="4883302" y="674786"/>
          <a:ext cx="4279748" cy="1185271"/>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808" tIns="138176" rIns="241808" bIns="138176" numCol="1" spcCol="1270" anchor="ctr" anchorCtr="0">
          <a:noAutofit/>
        </a:bodyPr>
        <a:lstStyle/>
        <a:p>
          <a:pPr marL="0" lvl="0" indent="0" algn="ctr" defTabSz="1511300">
            <a:lnSpc>
              <a:spcPct val="90000"/>
            </a:lnSpc>
            <a:spcBef>
              <a:spcPct val="0"/>
            </a:spcBef>
            <a:spcAft>
              <a:spcPct val="35000"/>
            </a:spcAft>
            <a:buNone/>
          </a:pPr>
          <a:r>
            <a:rPr lang="en-US" sz="3400" kern="1200"/>
            <a:t>Core Features</a:t>
          </a:r>
        </a:p>
      </dsp:txBody>
      <dsp:txXfrm>
        <a:off x="4883302" y="674786"/>
        <a:ext cx="4279748" cy="1185271"/>
      </dsp:txXfrm>
    </dsp:sp>
    <dsp:sp modelId="{35C347BC-468F-49C2-BD57-D104A3AF62DF}">
      <dsp:nvSpPr>
        <dsp:cNvPr id="0" name=""/>
        <dsp:cNvSpPr/>
      </dsp:nvSpPr>
      <dsp:spPr>
        <a:xfrm>
          <a:off x="4883302" y="1860057"/>
          <a:ext cx="4279748" cy="5646465"/>
        </a:xfrm>
        <a:prstGeom prst="rect">
          <a:avLst/>
        </a:prstGeom>
        <a:solidFill>
          <a:schemeClr val="accent2">
            <a:alpha val="90000"/>
            <a:tint val="40000"/>
            <a:hueOff val="0"/>
            <a:satOff val="0"/>
            <a:lumOff val="0"/>
            <a:alphaOff val="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1356" tIns="181356" rIns="241808" bIns="272034" numCol="1" spcCol="1270" anchor="t" anchorCtr="0">
          <a:noAutofit/>
        </a:bodyPr>
        <a:lstStyle/>
        <a:p>
          <a:pPr marL="285750" lvl="1" indent="-285750" algn="l" defTabSz="1511300">
            <a:lnSpc>
              <a:spcPct val="100000"/>
            </a:lnSpc>
            <a:spcBef>
              <a:spcPct val="0"/>
            </a:spcBef>
            <a:spcAft>
              <a:spcPct val="15000"/>
            </a:spcAft>
            <a:buChar char="•"/>
          </a:pPr>
          <a:r>
            <a:rPr lang="en-US" sz="3400" kern="1200" dirty="0"/>
            <a:t>Medicine Management &amp; Reminders</a:t>
          </a:r>
        </a:p>
        <a:p>
          <a:pPr marL="285750" lvl="1" indent="-285750" algn="l" defTabSz="1511300">
            <a:lnSpc>
              <a:spcPct val="100000"/>
            </a:lnSpc>
            <a:spcBef>
              <a:spcPct val="0"/>
            </a:spcBef>
            <a:spcAft>
              <a:spcPct val="15000"/>
            </a:spcAft>
            <a:buChar char="•"/>
          </a:pPr>
          <a:r>
            <a:rPr lang="en-US" sz="3400" kern="1200" dirty="0"/>
            <a:t>Financial Tracking &amp; Budgeting</a:t>
          </a:r>
        </a:p>
        <a:p>
          <a:pPr marL="285750" lvl="1" indent="-285750" algn="l" defTabSz="1511300">
            <a:lnSpc>
              <a:spcPct val="100000"/>
            </a:lnSpc>
            <a:spcBef>
              <a:spcPct val="0"/>
            </a:spcBef>
            <a:spcAft>
              <a:spcPct val="15000"/>
            </a:spcAft>
            <a:buChar char="•"/>
          </a:pPr>
          <a:r>
            <a:rPr lang="en-US" sz="3400" kern="1200" dirty="0"/>
            <a:t>Social Events &amp; Community Engagement</a:t>
          </a:r>
        </a:p>
        <a:p>
          <a:pPr marL="285750" lvl="1" indent="-285750" algn="l" defTabSz="1511300">
            <a:lnSpc>
              <a:spcPct val="100000"/>
            </a:lnSpc>
            <a:spcBef>
              <a:spcPct val="0"/>
            </a:spcBef>
            <a:spcAft>
              <a:spcPct val="15000"/>
            </a:spcAft>
            <a:buChar char="•"/>
          </a:pPr>
          <a:r>
            <a:rPr lang="en-US" sz="3400" kern="1200" dirty="0"/>
            <a:t>Emergency Support System</a:t>
          </a:r>
        </a:p>
      </dsp:txBody>
      <dsp:txXfrm>
        <a:off x="4883302" y="1860057"/>
        <a:ext cx="4279748" cy="5646465"/>
      </dsp:txXfrm>
    </dsp:sp>
    <dsp:sp modelId="{AB87914D-4E17-4E2E-8D60-7AC807B897BB}">
      <dsp:nvSpPr>
        <dsp:cNvPr id="0" name=""/>
        <dsp:cNvSpPr/>
      </dsp:nvSpPr>
      <dsp:spPr>
        <a:xfrm>
          <a:off x="9762216" y="674786"/>
          <a:ext cx="4279748" cy="1185271"/>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808" tIns="138176" rIns="241808" bIns="138176" numCol="1" spcCol="1270" anchor="ctr" anchorCtr="0">
          <a:noAutofit/>
        </a:bodyPr>
        <a:lstStyle/>
        <a:p>
          <a:pPr marL="0" lvl="0" indent="0" algn="ctr" defTabSz="1511300">
            <a:lnSpc>
              <a:spcPct val="90000"/>
            </a:lnSpc>
            <a:spcBef>
              <a:spcPct val="0"/>
            </a:spcBef>
            <a:spcAft>
              <a:spcPct val="35000"/>
            </a:spcAft>
            <a:buNone/>
          </a:pPr>
          <a:r>
            <a:rPr lang="en-US" sz="3400" kern="1200" dirty="0"/>
            <a:t>Technical Implementation</a:t>
          </a:r>
        </a:p>
      </dsp:txBody>
      <dsp:txXfrm>
        <a:off x="9762216" y="674786"/>
        <a:ext cx="4279748" cy="1185271"/>
      </dsp:txXfrm>
    </dsp:sp>
    <dsp:sp modelId="{65417A30-1C2E-488A-8259-767EABE15EDB}">
      <dsp:nvSpPr>
        <dsp:cNvPr id="0" name=""/>
        <dsp:cNvSpPr/>
      </dsp:nvSpPr>
      <dsp:spPr>
        <a:xfrm>
          <a:off x="9762216" y="1860057"/>
          <a:ext cx="4279748" cy="5646465"/>
        </a:xfrm>
        <a:prstGeom prst="rect">
          <a:avLst/>
        </a:prstGeom>
        <a:solidFill>
          <a:schemeClr val="accent2">
            <a:alpha val="90000"/>
            <a:tint val="40000"/>
            <a:hueOff val="0"/>
            <a:satOff val="0"/>
            <a:lumOff val="0"/>
            <a:alphaOff val="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1356" tIns="181356" rIns="241808" bIns="272034" numCol="1" spcCol="1270" anchor="t" anchorCtr="0">
          <a:noAutofit/>
        </a:bodyPr>
        <a:lstStyle/>
        <a:p>
          <a:pPr marL="285750" lvl="1" indent="-285750" algn="l" defTabSz="1511300">
            <a:lnSpc>
              <a:spcPct val="100000"/>
            </a:lnSpc>
            <a:spcBef>
              <a:spcPct val="0"/>
            </a:spcBef>
            <a:spcAft>
              <a:spcPct val="15000"/>
            </a:spcAft>
            <a:buChar char="•"/>
          </a:pPr>
          <a:r>
            <a:rPr lang="en-US" sz="3400" kern="1200" dirty="0"/>
            <a:t>Python Flask Backend</a:t>
          </a:r>
        </a:p>
        <a:p>
          <a:pPr marL="285750" lvl="1" indent="-285750" algn="l" defTabSz="1511300">
            <a:lnSpc>
              <a:spcPct val="100000"/>
            </a:lnSpc>
            <a:spcBef>
              <a:spcPct val="0"/>
            </a:spcBef>
            <a:spcAft>
              <a:spcPct val="15000"/>
            </a:spcAft>
            <a:buChar char="•"/>
          </a:pPr>
          <a:r>
            <a:rPr lang="en-US" sz="3400" kern="1200" dirty="0"/>
            <a:t>MongoDB Database</a:t>
          </a:r>
        </a:p>
        <a:p>
          <a:pPr marL="285750" lvl="1" indent="-285750" algn="l" defTabSz="1511300">
            <a:lnSpc>
              <a:spcPct val="100000"/>
            </a:lnSpc>
            <a:spcBef>
              <a:spcPct val="0"/>
            </a:spcBef>
            <a:spcAft>
              <a:spcPct val="15000"/>
            </a:spcAft>
            <a:buChar char="•"/>
          </a:pPr>
          <a:r>
            <a:rPr lang="en-US" sz="3400" kern="1200" dirty="0"/>
            <a:t>Secure Authentication</a:t>
          </a:r>
        </a:p>
        <a:p>
          <a:pPr marL="285750" lvl="1" indent="-285750" algn="l" defTabSz="1511300">
            <a:lnSpc>
              <a:spcPct val="100000"/>
            </a:lnSpc>
            <a:spcBef>
              <a:spcPct val="0"/>
            </a:spcBef>
            <a:spcAft>
              <a:spcPct val="15000"/>
            </a:spcAft>
            <a:buChar char="•"/>
          </a:pPr>
          <a:r>
            <a:rPr lang="en-US" sz="3400" kern="1200" dirty="0"/>
            <a:t>Real-time Updates</a:t>
          </a:r>
        </a:p>
      </dsp:txBody>
      <dsp:txXfrm>
        <a:off x="9762216" y="1860057"/>
        <a:ext cx="4279748" cy="5646465"/>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1"/>
            <a:ext cx="3077740" cy="511731"/>
          </a:xfrm>
          <a:prstGeom prst="rect">
            <a:avLst/>
          </a:prstGeom>
          <a:noFill/>
          <a:ln w="9525">
            <a:noFill/>
            <a:miter lim="800000"/>
            <a:headEnd/>
            <a:tailEnd/>
          </a:ln>
          <a:effectLst/>
        </p:spPr>
        <p:txBody>
          <a:bodyPr vert="horz" wrap="square" lIns="99348" tIns="49675" rIns="99348" bIns="49675" numCol="1" anchor="t" anchorCtr="0" compatLnSpc="1">
            <a:prstTxWarp prst="textNoShape">
              <a:avLst/>
            </a:prstTxWarp>
          </a:bodyPr>
          <a:lstStyle>
            <a:lvl1pPr algn="l">
              <a:defRPr sz="1300"/>
            </a:lvl1pPr>
          </a:lstStyle>
          <a:p>
            <a:endParaRPr lang="en-US" dirty="0"/>
          </a:p>
        </p:txBody>
      </p:sp>
      <p:sp>
        <p:nvSpPr>
          <p:cNvPr id="3075" name="Rectangle 3"/>
          <p:cNvSpPr>
            <a:spLocks noGrp="1" noChangeArrowheads="1"/>
          </p:cNvSpPr>
          <p:nvPr>
            <p:ph type="dt" idx="1"/>
          </p:nvPr>
        </p:nvSpPr>
        <p:spPr bwMode="auto">
          <a:xfrm>
            <a:off x="4023057" y="1"/>
            <a:ext cx="3077740" cy="511731"/>
          </a:xfrm>
          <a:prstGeom prst="rect">
            <a:avLst/>
          </a:prstGeom>
          <a:noFill/>
          <a:ln w="9525">
            <a:noFill/>
            <a:miter lim="800000"/>
            <a:headEnd/>
            <a:tailEnd/>
          </a:ln>
          <a:effectLst/>
        </p:spPr>
        <p:txBody>
          <a:bodyPr vert="horz" wrap="square" lIns="99348" tIns="49675" rIns="99348" bIns="49675" numCol="1" anchor="t" anchorCtr="0" compatLnSpc="1">
            <a:prstTxWarp prst="textNoShape">
              <a:avLst/>
            </a:prstTxWarp>
          </a:bodyPr>
          <a:lstStyle>
            <a:lvl1pPr algn="r">
              <a:defRPr sz="1300"/>
            </a:lvl1pPr>
          </a:lstStyle>
          <a:p>
            <a:endParaRPr lang="en-US" dirty="0"/>
          </a:p>
        </p:txBody>
      </p:sp>
      <p:sp>
        <p:nvSpPr>
          <p:cNvPr id="3076" name="Rectangle 4"/>
          <p:cNvSpPr>
            <a:spLocks noGrp="1" noRot="1" noChangeAspect="1" noChangeArrowheads="1" noTextEdit="1"/>
          </p:cNvSpPr>
          <p:nvPr>
            <p:ph type="sldImg" idx="2"/>
          </p:nvPr>
        </p:nvSpPr>
        <p:spPr bwMode="auto">
          <a:xfrm>
            <a:off x="2193925" y="766763"/>
            <a:ext cx="2716213" cy="3838575"/>
          </a:xfrm>
          <a:prstGeom prst="rect">
            <a:avLst/>
          </a:prstGeom>
          <a:noFill/>
          <a:ln w="9525">
            <a:solidFill>
              <a:srgbClr val="000000"/>
            </a:solidFill>
            <a:miter lim="800000"/>
            <a:headEnd/>
            <a:tailEnd/>
          </a:ln>
          <a:effectLst/>
        </p:spPr>
      </p:sp>
      <p:sp>
        <p:nvSpPr>
          <p:cNvPr id="3077" name="Rectangle 5"/>
          <p:cNvSpPr>
            <a:spLocks noGrp="1" noChangeArrowheads="1"/>
          </p:cNvSpPr>
          <p:nvPr>
            <p:ph type="body" sz="quarter" idx="3"/>
          </p:nvPr>
        </p:nvSpPr>
        <p:spPr bwMode="auto">
          <a:xfrm>
            <a:off x="710248" y="4862321"/>
            <a:ext cx="5681980" cy="4605575"/>
          </a:xfrm>
          <a:prstGeom prst="rect">
            <a:avLst/>
          </a:prstGeom>
          <a:noFill/>
          <a:ln w="9525">
            <a:noFill/>
            <a:miter lim="800000"/>
            <a:headEnd/>
            <a:tailEnd/>
          </a:ln>
          <a:effectLst/>
        </p:spPr>
        <p:txBody>
          <a:bodyPr vert="horz" wrap="square" lIns="99348" tIns="49675" rIns="99348" bIns="4967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78" name="Rectangle 6"/>
          <p:cNvSpPr>
            <a:spLocks noGrp="1" noChangeArrowheads="1"/>
          </p:cNvSpPr>
          <p:nvPr>
            <p:ph type="ftr" sz="quarter" idx="4"/>
          </p:nvPr>
        </p:nvSpPr>
        <p:spPr bwMode="auto">
          <a:xfrm>
            <a:off x="0" y="9721125"/>
            <a:ext cx="3077740" cy="511731"/>
          </a:xfrm>
          <a:prstGeom prst="rect">
            <a:avLst/>
          </a:prstGeom>
          <a:noFill/>
          <a:ln w="9525">
            <a:noFill/>
            <a:miter lim="800000"/>
            <a:headEnd/>
            <a:tailEnd/>
          </a:ln>
          <a:effectLst/>
        </p:spPr>
        <p:txBody>
          <a:bodyPr vert="horz" wrap="square" lIns="99348" tIns="49675" rIns="99348" bIns="49675" numCol="1" anchor="b" anchorCtr="0" compatLnSpc="1">
            <a:prstTxWarp prst="textNoShape">
              <a:avLst/>
            </a:prstTxWarp>
          </a:bodyPr>
          <a:lstStyle>
            <a:lvl1pPr algn="l">
              <a:defRPr sz="1300"/>
            </a:lvl1pPr>
          </a:lstStyle>
          <a:p>
            <a:endParaRPr lang="en-US" dirty="0"/>
          </a:p>
        </p:txBody>
      </p:sp>
      <p:sp>
        <p:nvSpPr>
          <p:cNvPr id="3079" name="Rectangle 7"/>
          <p:cNvSpPr>
            <a:spLocks noGrp="1" noChangeArrowheads="1"/>
          </p:cNvSpPr>
          <p:nvPr>
            <p:ph type="sldNum" sz="quarter" idx="5"/>
          </p:nvPr>
        </p:nvSpPr>
        <p:spPr bwMode="auto">
          <a:xfrm>
            <a:off x="4023057" y="9721125"/>
            <a:ext cx="3077740" cy="511731"/>
          </a:xfrm>
          <a:prstGeom prst="rect">
            <a:avLst/>
          </a:prstGeom>
          <a:noFill/>
          <a:ln w="9525">
            <a:noFill/>
            <a:miter lim="800000"/>
            <a:headEnd/>
            <a:tailEnd/>
          </a:ln>
          <a:effectLst/>
        </p:spPr>
        <p:txBody>
          <a:bodyPr vert="horz" wrap="square" lIns="99348" tIns="49675" rIns="99348" bIns="49675" numCol="1" anchor="b" anchorCtr="0" compatLnSpc="1">
            <a:prstTxWarp prst="textNoShape">
              <a:avLst/>
            </a:prstTxWarp>
          </a:bodyPr>
          <a:lstStyle>
            <a:lvl1pPr algn="r">
              <a:defRPr sz="1300"/>
            </a:lvl1pPr>
          </a:lstStyle>
          <a:p>
            <a:fld id="{A645BAB7-E9F9-435A-B8BD-F70ADBBCBAF6}" type="slidenum">
              <a:rPr lang="en-US"/>
              <a:pPr/>
              <a:t>‹#›</a:t>
            </a:fld>
            <a:endParaRPr lang="en-US" dirty="0"/>
          </a:p>
        </p:txBody>
      </p:sp>
    </p:spTree>
    <p:extLst>
      <p:ext uri="{BB962C8B-B14F-4D97-AF65-F5344CB8AC3E}">
        <p14:creationId xmlns:p14="http://schemas.microsoft.com/office/powerpoint/2010/main" val="54428414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100" kern="1200">
        <a:solidFill>
          <a:schemeClr val="tx1"/>
        </a:solidFill>
        <a:latin typeface="Arial" charset="0"/>
        <a:ea typeface="+mn-ea"/>
        <a:cs typeface="+mn-cs"/>
      </a:defRPr>
    </a:lvl1pPr>
    <a:lvl2pPr marL="434980" algn="l" rtl="0" fontAlgn="base">
      <a:spcBef>
        <a:spcPct val="30000"/>
      </a:spcBef>
      <a:spcAft>
        <a:spcPct val="0"/>
      </a:spcAft>
      <a:defRPr sz="1100" kern="1200">
        <a:solidFill>
          <a:schemeClr val="tx1"/>
        </a:solidFill>
        <a:latin typeface="Arial" charset="0"/>
        <a:ea typeface="+mn-ea"/>
        <a:cs typeface="+mn-cs"/>
      </a:defRPr>
    </a:lvl2pPr>
    <a:lvl3pPr marL="869960" algn="l" rtl="0" fontAlgn="base">
      <a:spcBef>
        <a:spcPct val="30000"/>
      </a:spcBef>
      <a:spcAft>
        <a:spcPct val="0"/>
      </a:spcAft>
      <a:defRPr sz="1100" kern="1200">
        <a:solidFill>
          <a:schemeClr val="tx1"/>
        </a:solidFill>
        <a:latin typeface="Arial" charset="0"/>
        <a:ea typeface="+mn-ea"/>
        <a:cs typeface="+mn-cs"/>
      </a:defRPr>
    </a:lvl3pPr>
    <a:lvl4pPr marL="1304940" algn="l" rtl="0" fontAlgn="base">
      <a:spcBef>
        <a:spcPct val="30000"/>
      </a:spcBef>
      <a:spcAft>
        <a:spcPct val="0"/>
      </a:spcAft>
      <a:defRPr sz="1100" kern="1200">
        <a:solidFill>
          <a:schemeClr val="tx1"/>
        </a:solidFill>
        <a:latin typeface="Arial" charset="0"/>
        <a:ea typeface="+mn-ea"/>
        <a:cs typeface="+mn-cs"/>
      </a:defRPr>
    </a:lvl4pPr>
    <a:lvl5pPr marL="1739920" algn="l" rtl="0" fontAlgn="base">
      <a:spcBef>
        <a:spcPct val="30000"/>
      </a:spcBef>
      <a:spcAft>
        <a:spcPct val="0"/>
      </a:spcAft>
      <a:defRPr sz="1100" kern="1200">
        <a:solidFill>
          <a:schemeClr val="tx1"/>
        </a:solidFill>
        <a:latin typeface="Arial" charset="0"/>
        <a:ea typeface="+mn-ea"/>
        <a:cs typeface="+mn-cs"/>
      </a:defRPr>
    </a:lvl5pPr>
    <a:lvl6pPr marL="2174900" algn="l" defTabSz="869960" rtl="0" eaLnBrk="1" latinLnBrk="0" hangingPunct="1">
      <a:defRPr sz="1100" kern="1200">
        <a:solidFill>
          <a:schemeClr val="tx1"/>
        </a:solidFill>
        <a:latin typeface="+mn-lt"/>
        <a:ea typeface="+mn-ea"/>
        <a:cs typeface="+mn-cs"/>
      </a:defRPr>
    </a:lvl6pPr>
    <a:lvl7pPr marL="2609880" algn="l" defTabSz="869960" rtl="0" eaLnBrk="1" latinLnBrk="0" hangingPunct="1">
      <a:defRPr sz="1100" kern="1200">
        <a:solidFill>
          <a:schemeClr val="tx1"/>
        </a:solidFill>
        <a:latin typeface="+mn-lt"/>
        <a:ea typeface="+mn-ea"/>
        <a:cs typeface="+mn-cs"/>
      </a:defRPr>
    </a:lvl7pPr>
    <a:lvl8pPr marL="3044861" algn="l" defTabSz="869960" rtl="0" eaLnBrk="1" latinLnBrk="0" hangingPunct="1">
      <a:defRPr sz="1100" kern="1200">
        <a:solidFill>
          <a:schemeClr val="tx1"/>
        </a:solidFill>
        <a:latin typeface="+mn-lt"/>
        <a:ea typeface="+mn-ea"/>
        <a:cs typeface="+mn-cs"/>
      </a:defRPr>
    </a:lvl8pPr>
    <a:lvl9pPr marL="3479841" algn="l" defTabSz="869960" rtl="0" eaLnBrk="1" latinLnBrk="0" hangingPunct="1">
      <a:defRPr sz="1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2C7B9C-DA46-4FE0-B590-97F24EE1DB0E}" type="slidenum">
              <a:rPr lang="en-US"/>
              <a:pPr/>
              <a:t>1</a:t>
            </a:fld>
            <a:endParaRPr lang="en-US" dirty="0"/>
          </a:p>
        </p:txBody>
      </p:sp>
      <p:sp>
        <p:nvSpPr>
          <p:cNvPr id="4098" name="Rectangle 2"/>
          <p:cNvSpPr>
            <a:spLocks noGrp="1" noRot="1" noChangeAspect="1" noChangeArrowheads="1" noTextEdit="1"/>
          </p:cNvSpPr>
          <p:nvPr>
            <p:ph type="sldImg"/>
          </p:nvPr>
        </p:nvSpPr>
        <p:spPr>
          <a:xfrm>
            <a:off x="2193925" y="766763"/>
            <a:ext cx="2716213" cy="3838575"/>
          </a:xfrm>
          <a:ln/>
        </p:spPr>
      </p:sp>
      <p:sp>
        <p:nvSpPr>
          <p:cNvPr id="409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983158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hyperlink" Target="http://www.postersession.com/" TargetMode="External"/><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extBox 1"/>
          <p:cNvSpPr txBox="1"/>
          <p:nvPr userDrawn="1"/>
        </p:nvSpPr>
        <p:spPr>
          <a:xfrm rot="16200000">
            <a:off x="24748747" y="42184203"/>
            <a:ext cx="388281" cy="103234"/>
          </a:xfrm>
          <a:prstGeom prst="rect">
            <a:avLst/>
          </a:prstGeom>
          <a:noFill/>
        </p:spPr>
        <p:txBody>
          <a:bodyPr wrap="square" lIns="86996" tIns="43498" rIns="86996" bIns="43498" rtlCol="0">
            <a:spAutoFit/>
          </a:bodyPr>
          <a:lstStyle/>
          <a:p>
            <a:pPr marL="0" marR="0" indent="0" algn="ctr" defTabSz="869960" rtl="0" eaLnBrk="1" fontAlgn="base" latinLnBrk="0" hangingPunct="1">
              <a:lnSpc>
                <a:spcPct val="100000"/>
              </a:lnSpc>
              <a:spcBef>
                <a:spcPct val="0"/>
              </a:spcBef>
              <a:spcAft>
                <a:spcPct val="0"/>
              </a:spcAft>
              <a:buClrTx/>
              <a:buSzTx/>
              <a:buFontTx/>
              <a:buNone/>
              <a:tabLst/>
              <a:defRPr/>
            </a:pPr>
            <a:r>
              <a:rPr lang="en-US" sz="100" dirty="0">
                <a:effectLst/>
                <a:hlinkClick r:id="rId3"/>
              </a:rPr>
              <a:t>www.postersession.com</a:t>
            </a:r>
            <a:endParaRPr lang="en-US" sz="100" dirty="0">
              <a:effectLst/>
            </a:endParaRPr>
          </a:p>
        </p:txBody>
      </p:sp>
      <p:pic>
        <p:nvPicPr>
          <p:cNvPr id="4" name="Picture 3"/>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r="38727"/>
          <a:stretch>
            <a:fillRect/>
          </a:stretch>
        </p:blipFill>
        <p:spPr bwMode="auto">
          <a:xfrm>
            <a:off x="22904336" y="42144693"/>
            <a:ext cx="3809222" cy="2074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1"/>
          <p:cNvSpPr txBox="1"/>
          <p:nvPr userDrawn="1"/>
        </p:nvSpPr>
        <p:spPr>
          <a:xfrm>
            <a:off x="26713557" y="42062330"/>
            <a:ext cx="2242539" cy="318678"/>
          </a:xfrm>
          <a:prstGeom prst="rect">
            <a:avLst/>
          </a:prstGeom>
          <a:noFill/>
        </p:spPr>
        <p:txBody>
          <a:bodyPr wrap="none" lIns="86996" tIns="43498" rIns="86996" bIns="43498" rtlCol="0">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US" sz="1500" dirty="0">
                <a:solidFill>
                  <a:schemeClr val="bg1"/>
                </a:solidFill>
              </a:rPr>
              <a:t>www.postersession.com</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176111" rtl="0" fontAlgn="base">
        <a:spcBef>
          <a:spcPct val="0"/>
        </a:spcBef>
        <a:spcAft>
          <a:spcPct val="0"/>
        </a:spcAft>
        <a:defRPr sz="20100">
          <a:solidFill>
            <a:schemeClr val="tx2"/>
          </a:solidFill>
          <a:latin typeface="+mj-lt"/>
          <a:ea typeface="+mj-ea"/>
          <a:cs typeface="+mj-cs"/>
        </a:defRPr>
      </a:lvl1pPr>
      <a:lvl2pPr algn="ctr" defTabSz="4176111" rtl="0" fontAlgn="base">
        <a:spcBef>
          <a:spcPct val="0"/>
        </a:spcBef>
        <a:spcAft>
          <a:spcPct val="0"/>
        </a:spcAft>
        <a:defRPr sz="20100">
          <a:solidFill>
            <a:schemeClr val="tx2"/>
          </a:solidFill>
          <a:latin typeface="Arial" charset="0"/>
        </a:defRPr>
      </a:lvl2pPr>
      <a:lvl3pPr algn="ctr" defTabSz="4176111" rtl="0" fontAlgn="base">
        <a:spcBef>
          <a:spcPct val="0"/>
        </a:spcBef>
        <a:spcAft>
          <a:spcPct val="0"/>
        </a:spcAft>
        <a:defRPr sz="20100">
          <a:solidFill>
            <a:schemeClr val="tx2"/>
          </a:solidFill>
          <a:latin typeface="Arial" charset="0"/>
        </a:defRPr>
      </a:lvl3pPr>
      <a:lvl4pPr algn="ctr" defTabSz="4176111" rtl="0" fontAlgn="base">
        <a:spcBef>
          <a:spcPct val="0"/>
        </a:spcBef>
        <a:spcAft>
          <a:spcPct val="0"/>
        </a:spcAft>
        <a:defRPr sz="20100">
          <a:solidFill>
            <a:schemeClr val="tx2"/>
          </a:solidFill>
          <a:latin typeface="Arial" charset="0"/>
        </a:defRPr>
      </a:lvl4pPr>
      <a:lvl5pPr algn="ctr" defTabSz="4176111" rtl="0" fontAlgn="base">
        <a:spcBef>
          <a:spcPct val="0"/>
        </a:spcBef>
        <a:spcAft>
          <a:spcPct val="0"/>
        </a:spcAft>
        <a:defRPr sz="20100">
          <a:solidFill>
            <a:schemeClr val="tx2"/>
          </a:solidFill>
          <a:latin typeface="Arial" charset="0"/>
        </a:defRPr>
      </a:lvl5pPr>
      <a:lvl6pPr marL="434980" algn="ctr" defTabSz="4176111" rtl="0" fontAlgn="base">
        <a:spcBef>
          <a:spcPct val="0"/>
        </a:spcBef>
        <a:spcAft>
          <a:spcPct val="0"/>
        </a:spcAft>
        <a:defRPr sz="20100">
          <a:solidFill>
            <a:schemeClr val="tx2"/>
          </a:solidFill>
          <a:latin typeface="Arial" charset="0"/>
        </a:defRPr>
      </a:lvl6pPr>
      <a:lvl7pPr marL="869960" algn="ctr" defTabSz="4176111" rtl="0" fontAlgn="base">
        <a:spcBef>
          <a:spcPct val="0"/>
        </a:spcBef>
        <a:spcAft>
          <a:spcPct val="0"/>
        </a:spcAft>
        <a:defRPr sz="20100">
          <a:solidFill>
            <a:schemeClr val="tx2"/>
          </a:solidFill>
          <a:latin typeface="Arial" charset="0"/>
        </a:defRPr>
      </a:lvl7pPr>
      <a:lvl8pPr marL="1304940" algn="ctr" defTabSz="4176111" rtl="0" fontAlgn="base">
        <a:spcBef>
          <a:spcPct val="0"/>
        </a:spcBef>
        <a:spcAft>
          <a:spcPct val="0"/>
        </a:spcAft>
        <a:defRPr sz="20100">
          <a:solidFill>
            <a:schemeClr val="tx2"/>
          </a:solidFill>
          <a:latin typeface="Arial" charset="0"/>
        </a:defRPr>
      </a:lvl8pPr>
      <a:lvl9pPr marL="1739920" algn="ctr" defTabSz="4176111" rtl="0" fontAlgn="base">
        <a:spcBef>
          <a:spcPct val="0"/>
        </a:spcBef>
        <a:spcAft>
          <a:spcPct val="0"/>
        </a:spcAft>
        <a:defRPr sz="20100">
          <a:solidFill>
            <a:schemeClr val="tx2"/>
          </a:solidFill>
          <a:latin typeface="Arial" charset="0"/>
        </a:defRPr>
      </a:lvl9pPr>
    </p:titleStyle>
    <p:bodyStyle>
      <a:lvl1pPr marL="1566231" indent="-1566231" algn="l" defTabSz="4176111" rtl="0" fontAlgn="base">
        <a:spcBef>
          <a:spcPct val="20000"/>
        </a:spcBef>
        <a:spcAft>
          <a:spcPct val="0"/>
        </a:spcAft>
        <a:buChar char="•"/>
        <a:defRPr sz="14700">
          <a:solidFill>
            <a:schemeClr val="tx1"/>
          </a:solidFill>
          <a:latin typeface="+mn-lt"/>
          <a:ea typeface="+mn-ea"/>
          <a:cs typeface="+mn-cs"/>
        </a:defRPr>
      </a:lvl1pPr>
      <a:lvl2pPr marL="3392240" indent="-1304940" algn="l" defTabSz="4176111" rtl="0" fontAlgn="base">
        <a:spcBef>
          <a:spcPct val="20000"/>
        </a:spcBef>
        <a:spcAft>
          <a:spcPct val="0"/>
        </a:spcAft>
        <a:buChar char="–"/>
        <a:defRPr sz="12700">
          <a:solidFill>
            <a:schemeClr val="tx1"/>
          </a:solidFill>
          <a:latin typeface="+mn-lt"/>
        </a:defRPr>
      </a:lvl2pPr>
      <a:lvl3pPr marL="5219761" indent="-1043651" algn="l" defTabSz="4176111" rtl="0" fontAlgn="base">
        <a:spcBef>
          <a:spcPct val="20000"/>
        </a:spcBef>
        <a:spcAft>
          <a:spcPct val="0"/>
        </a:spcAft>
        <a:buChar char="•"/>
        <a:defRPr sz="10900">
          <a:solidFill>
            <a:schemeClr val="tx1"/>
          </a:solidFill>
          <a:latin typeface="+mn-lt"/>
        </a:defRPr>
      </a:lvl3pPr>
      <a:lvl4pPr marL="7307061" indent="-1043651" algn="l" defTabSz="4176111" rtl="0" fontAlgn="base">
        <a:spcBef>
          <a:spcPct val="20000"/>
        </a:spcBef>
        <a:spcAft>
          <a:spcPct val="0"/>
        </a:spcAft>
        <a:buChar char="–"/>
        <a:defRPr sz="9100">
          <a:solidFill>
            <a:schemeClr val="tx1"/>
          </a:solidFill>
          <a:latin typeface="+mn-lt"/>
        </a:defRPr>
      </a:lvl4pPr>
      <a:lvl5pPr marL="9395872" indent="-1043651" algn="l" defTabSz="4176111" rtl="0" fontAlgn="base">
        <a:spcBef>
          <a:spcPct val="20000"/>
        </a:spcBef>
        <a:spcAft>
          <a:spcPct val="0"/>
        </a:spcAft>
        <a:buChar char="»"/>
        <a:defRPr sz="9100">
          <a:solidFill>
            <a:schemeClr val="tx1"/>
          </a:solidFill>
          <a:latin typeface="+mn-lt"/>
        </a:defRPr>
      </a:lvl5pPr>
      <a:lvl6pPr marL="9830852" indent="-1043651" algn="l" defTabSz="4176111" rtl="0" fontAlgn="base">
        <a:spcBef>
          <a:spcPct val="20000"/>
        </a:spcBef>
        <a:spcAft>
          <a:spcPct val="0"/>
        </a:spcAft>
        <a:buChar char="»"/>
        <a:defRPr sz="9100">
          <a:solidFill>
            <a:schemeClr val="tx1"/>
          </a:solidFill>
          <a:latin typeface="+mn-lt"/>
        </a:defRPr>
      </a:lvl6pPr>
      <a:lvl7pPr marL="10265832" indent="-1043651" algn="l" defTabSz="4176111" rtl="0" fontAlgn="base">
        <a:spcBef>
          <a:spcPct val="20000"/>
        </a:spcBef>
        <a:spcAft>
          <a:spcPct val="0"/>
        </a:spcAft>
        <a:buChar char="»"/>
        <a:defRPr sz="9100">
          <a:solidFill>
            <a:schemeClr val="tx1"/>
          </a:solidFill>
          <a:latin typeface="+mn-lt"/>
        </a:defRPr>
      </a:lvl7pPr>
      <a:lvl8pPr marL="10700813" indent="-1043651" algn="l" defTabSz="4176111" rtl="0" fontAlgn="base">
        <a:spcBef>
          <a:spcPct val="20000"/>
        </a:spcBef>
        <a:spcAft>
          <a:spcPct val="0"/>
        </a:spcAft>
        <a:buChar char="»"/>
        <a:defRPr sz="9100">
          <a:solidFill>
            <a:schemeClr val="tx1"/>
          </a:solidFill>
          <a:latin typeface="+mn-lt"/>
        </a:defRPr>
      </a:lvl8pPr>
      <a:lvl9pPr marL="11135793" indent="-1043651" algn="l" defTabSz="4176111" rtl="0" fontAlgn="base">
        <a:spcBef>
          <a:spcPct val="20000"/>
        </a:spcBef>
        <a:spcAft>
          <a:spcPct val="0"/>
        </a:spcAft>
        <a:buChar char="»"/>
        <a:defRPr sz="9100">
          <a:solidFill>
            <a:schemeClr val="tx1"/>
          </a:solidFill>
          <a:latin typeface="+mn-lt"/>
        </a:defRPr>
      </a:lvl9pPr>
    </p:bodyStyle>
    <p:otherStyle>
      <a:defPPr>
        <a:defRPr lang="en-US"/>
      </a:defPPr>
      <a:lvl1pPr marL="0" algn="l" defTabSz="869960" rtl="0" eaLnBrk="1" latinLnBrk="0" hangingPunct="1">
        <a:defRPr sz="1700" kern="1200">
          <a:solidFill>
            <a:schemeClr val="tx1"/>
          </a:solidFill>
          <a:latin typeface="+mn-lt"/>
          <a:ea typeface="+mn-ea"/>
          <a:cs typeface="+mn-cs"/>
        </a:defRPr>
      </a:lvl1pPr>
      <a:lvl2pPr marL="434980" algn="l" defTabSz="869960" rtl="0" eaLnBrk="1" latinLnBrk="0" hangingPunct="1">
        <a:defRPr sz="1700" kern="1200">
          <a:solidFill>
            <a:schemeClr val="tx1"/>
          </a:solidFill>
          <a:latin typeface="+mn-lt"/>
          <a:ea typeface="+mn-ea"/>
          <a:cs typeface="+mn-cs"/>
        </a:defRPr>
      </a:lvl2pPr>
      <a:lvl3pPr marL="869960" algn="l" defTabSz="869960" rtl="0" eaLnBrk="1" latinLnBrk="0" hangingPunct="1">
        <a:defRPr sz="1700" kern="1200">
          <a:solidFill>
            <a:schemeClr val="tx1"/>
          </a:solidFill>
          <a:latin typeface="+mn-lt"/>
          <a:ea typeface="+mn-ea"/>
          <a:cs typeface="+mn-cs"/>
        </a:defRPr>
      </a:lvl3pPr>
      <a:lvl4pPr marL="1304940" algn="l" defTabSz="869960" rtl="0" eaLnBrk="1" latinLnBrk="0" hangingPunct="1">
        <a:defRPr sz="1700" kern="1200">
          <a:solidFill>
            <a:schemeClr val="tx1"/>
          </a:solidFill>
          <a:latin typeface="+mn-lt"/>
          <a:ea typeface="+mn-ea"/>
          <a:cs typeface="+mn-cs"/>
        </a:defRPr>
      </a:lvl4pPr>
      <a:lvl5pPr marL="1739920" algn="l" defTabSz="869960" rtl="0" eaLnBrk="1" latinLnBrk="0" hangingPunct="1">
        <a:defRPr sz="1700" kern="1200">
          <a:solidFill>
            <a:schemeClr val="tx1"/>
          </a:solidFill>
          <a:latin typeface="+mn-lt"/>
          <a:ea typeface="+mn-ea"/>
          <a:cs typeface="+mn-cs"/>
        </a:defRPr>
      </a:lvl5pPr>
      <a:lvl6pPr marL="2174900" algn="l" defTabSz="869960" rtl="0" eaLnBrk="1" latinLnBrk="0" hangingPunct="1">
        <a:defRPr sz="1700" kern="1200">
          <a:solidFill>
            <a:schemeClr val="tx1"/>
          </a:solidFill>
          <a:latin typeface="+mn-lt"/>
          <a:ea typeface="+mn-ea"/>
          <a:cs typeface="+mn-cs"/>
        </a:defRPr>
      </a:lvl6pPr>
      <a:lvl7pPr marL="2609880" algn="l" defTabSz="869960" rtl="0" eaLnBrk="1" latinLnBrk="0" hangingPunct="1">
        <a:defRPr sz="1700" kern="1200">
          <a:solidFill>
            <a:schemeClr val="tx1"/>
          </a:solidFill>
          <a:latin typeface="+mn-lt"/>
          <a:ea typeface="+mn-ea"/>
          <a:cs typeface="+mn-cs"/>
        </a:defRPr>
      </a:lvl7pPr>
      <a:lvl8pPr marL="3044861" algn="l" defTabSz="869960" rtl="0" eaLnBrk="1" latinLnBrk="0" hangingPunct="1">
        <a:defRPr sz="1700" kern="1200">
          <a:solidFill>
            <a:schemeClr val="tx1"/>
          </a:solidFill>
          <a:latin typeface="+mn-lt"/>
          <a:ea typeface="+mn-ea"/>
          <a:cs typeface="+mn-cs"/>
        </a:defRPr>
      </a:lvl8pPr>
      <a:lvl9pPr marL="3479841" algn="l" defTabSz="86996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Data" Target="../diagrams/data1.xml"/><Relationship Id="rId13" Type="http://schemas.openxmlformats.org/officeDocument/2006/relationships/diagramData" Target="../diagrams/data2.xml"/><Relationship Id="rId1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microsoft.com/office/2007/relationships/diagramDrawing" Target="../diagrams/drawing1.xml"/><Relationship Id="rId17" Type="http://schemas.microsoft.com/office/2007/relationships/diagramDrawing" Target="../diagrams/drawing2.xml"/><Relationship Id="rId2" Type="http://schemas.openxmlformats.org/officeDocument/2006/relationships/notesSlide" Target="../notesSlides/notesSlide1.xml"/><Relationship Id="rId16" Type="http://schemas.openxmlformats.org/officeDocument/2006/relationships/diagramColors" Target="../diagrams/colors2.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diagramColors" Target="../diagrams/colors1.xml"/><Relationship Id="rId5" Type="http://schemas.openxmlformats.org/officeDocument/2006/relationships/image" Target="../media/image4.png"/><Relationship Id="rId15" Type="http://schemas.openxmlformats.org/officeDocument/2006/relationships/diagramQuickStyle" Target="../diagrams/quickStyle2.xml"/><Relationship Id="rId10" Type="http://schemas.openxmlformats.org/officeDocument/2006/relationships/diagramQuickStyle" Target="../diagrams/quickStyle1.xml"/><Relationship Id="rId19"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diagramLayout" Target="../diagrams/layout1.xml"/><Relationship Id="rId1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3064"/>
            </a:gs>
            <a:gs pos="50000">
              <a:schemeClr val="bg1"/>
            </a:gs>
            <a:gs pos="100000">
              <a:srgbClr val="003064"/>
            </a:gs>
          </a:gsLst>
          <a:lin ang="5400000" scaled="1"/>
        </a:gradFill>
        <a:effectLst/>
      </p:bgPr>
    </p:bg>
    <p:spTree>
      <p:nvGrpSpPr>
        <p:cNvPr id="1" name=""/>
        <p:cNvGrpSpPr/>
        <p:nvPr/>
      </p:nvGrpSpPr>
      <p:grpSpPr>
        <a:xfrm>
          <a:off x="0" y="0"/>
          <a:ext cx="0" cy="0"/>
          <a:chOff x="0" y="0"/>
          <a:chExt cx="0" cy="0"/>
        </a:xfrm>
      </p:grpSpPr>
      <p:sp>
        <p:nvSpPr>
          <p:cNvPr id="22" name="AutoShape 50"/>
          <p:cNvSpPr>
            <a:spLocks noChangeArrowheads="1"/>
          </p:cNvSpPr>
          <p:nvPr/>
        </p:nvSpPr>
        <p:spPr bwMode="auto">
          <a:xfrm>
            <a:off x="15466593" y="6411860"/>
            <a:ext cx="14531835" cy="35959560"/>
          </a:xfrm>
          <a:prstGeom prst="roundRect">
            <a:avLst>
              <a:gd name="adj" fmla="val 1240"/>
            </a:avLst>
          </a:prstGeom>
          <a:solidFill>
            <a:schemeClr val="bg1"/>
          </a:solidFill>
          <a:ln w="9525">
            <a:solidFill>
              <a:schemeClr val="tx1"/>
            </a:solidFill>
            <a:round/>
            <a:headEnd/>
            <a:tailEnd/>
          </a:ln>
          <a:effectLst/>
        </p:spPr>
        <p:txBody>
          <a:bodyPr wrap="none" anchor="ctr"/>
          <a:lstStyle/>
          <a:p>
            <a:pPr algn="l"/>
            <a:endParaRPr lang="en-US" dirty="0"/>
          </a:p>
        </p:txBody>
      </p:sp>
      <p:sp>
        <p:nvSpPr>
          <p:cNvPr id="23" name="AutoShape 4"/>
          <p:cNvSpPr>
            <a:spLocks noChangeArrowheads="1"/>
          </p:cNvSpPr>
          <p:nvPr/>
        </p:nvSpPr>
        <p:spPr bwMode="auto">
          <a:xfrm>
            <a:off x="79377" y="6394703"/>
            <a:ext cx="14897092" cy="36094417"/>
          </a:xfrm>
          <a:prstGeom prst="roundRect">
            <a:avLst>
              <a:gd name="adj" fmla="val 1890"/>
            </a:avLst>
          </a:prstGeom>
          <a:solidFill>
            <a:schemeClr val="bg1"/>
          </a:solidFill>
          <a:ln w="9525">
            <a:solidFill>
              <a:schemeClr val="tx1"/>
            </a:solidFill>
            <a:round/>
            <a:headEnd/>
            <a:tailEnd/>
          </a:ln>
          <a:effectLst/>
        </p:spPr>
        <p:txBody>
          <a:bodyPr wrap="none" anchor="ctr"/>
          <a:lstStyle/>
          <a:p>
            <a:r>
              <a:rPr lang="en-US" dirty="0"/>
              <a:t>   </a:t>
            </a:r>
          </a:p>
        </p:txBody>
      </p:sp>
      <p:sp>
        <p:nvSpPr>
          <p:cNvPr id="27" name="AutoShape 13"/>
          <p:cNvSpPr>
            <a:spLocks noChangeArrowheads="1"/>
          </p:cNvSpPr>
          <p:nvPr/>
        </p:nvSpPr>
        <p:spPr bwMode="auto">
          <a:xfrm>
            <a:off x="503472" y="444101"/>
            <a:ext cx="29268267" cy="4549563"/>
          </a:xfrm>
          <a:prstGeom prst="roundRect">
            <a:avLst>
              <a:gd name="adj" fmla="val 3723"/>
            </a:avLst>
          </a:prstGeom>
          <a:solidFill>
            <a:schemeClr val="bg1"/>
          </a:solidFill>
          <a:ln w="9525">
            <a:solidFill>
              <a:schemeClr val="tx1"/>
            </a:solidFill>
            <a:round/>
            <a:headEnd/>
            <a:tailEnd/>
          </a:ln>
          <a:effectLst/>
        </p:spPr>
        <p:txBody>
          <a:bodyPr wrap="none" anchor="ctr"/>
          <a:lstStyle/>
          <a:p>
            <a:pPr defTabSz="4389438"/>
            <a:endParaRPr lang="en-US" dirty="0">
              <a:solidFill>
                <a:schemeClr val="bg1"/>
              </a:solidFill>
            </a:endParaRPr>
          </a:p>
        </p:txBody>
      </p:sp>
      <p:sp>
        <p:nvSpPr>
          <p:cNvPr id="32" name="Text Box 7"/>
          <p:cNvSpPr txBox="1">
            <a:spLocks noChangeArrowheads="1"/>
          </p:cNvSpPr>
          <p:nvPr/>
        </p:nvSpPr>
        <p:spPr bwMode="auto">
          <a:xfrm>
            <a:off x="61912" y="6365715"/>
            <a:ext cx="14919991" cy="646137"/>
          </a:xfrm>
          <a:prstGeom prst="rect">
            <a:avLst/>
          </a:prstGeom>
          <a:solidFill>
            <a:schemeClr val="accent2"/>
          </a:solidFill>
          <a:ln w="9525">
            <a:noFill/>
            <a:miter lim="800000"/>
            <a:headEnd/>
            <a:tailEnd/>
          </a:ln>
        </p:spPr>
        <p:txBody>
          <a:bodyPr wrap="square" lIns="91267" tIns="45624" rIns="91267" bIns="45624">
            <a:spAutoFit/>
          </a:bodyPr>
          <a:lstStyle/>
          <a:p>
            <a:pPr algn="ctr" eaLnBrk="0" hangingPunct="0">
              <a:spcBef>
                <a:spcPct val="50000"/>
              </a:spcBef>
            </a:pPr>
            <a:r>
              <a:rPr lang="en-US" sz="3600" b="1" dirty="0">
                <a:solidFill>
                  <a:srgbClr val="F8F8F8"/>
                </a:solidFill>
              </a:rPr>
              <a:t>Abstract</a:t>
            </a:r>
          </a:p>
        </p:txBody>
      </p:sp>
      <p:sp>
        <p:nvSpPr>
          <p:cNvPr id="106" name="Text Box 479"/>
          <p:cNvSpPr txBox="1">
            <a:spLocks noChangeArrowheads="1"/>
          </p:cNvSpPr>
          <p:nvPr/>
        </p:nvSpPr>
        <p:spPr bwMode="auto">
          <a:xfrm>
            <a:off x="15466593" y="29091117"/>
            <a:ext cx="14528896" cy="646137"/>
          </a:xfrm>
          <a:prstGeom prst="rect">
            <a:avLst/>
          </a:prstGeom>
          <a:solidFill>
            <a:schemeClr val="accent2"/>
          </a:solidFill>
          <a:ln w="9525">
            <a:noFill/>
            <a:miter lim="800000"/>
            <a:headEnd/>
            <a:tailEnd/>
          </a:ln>
        </p:spPr>
        <p:txBody>
          <a:bodyPr wrap="square" lIns="91267" tIns="45624" rIns="91267" bIns="45624">
            <a:spAutoFit/>
          </a:bodyPr>
          <a:lstStyle/>
          <a:p>
            <a:pPr algn="ctr" eaLnBrk="0" hangingPunct="0">
              <a:spcBef>
                <a:spcPct val="50000"/>
              </a:spcBef>
            </a:pPr>
            <a:r>
              <a:rPr lang="en-US" sz="3600" b="1" dirty="0">
                <a:solidFill>
                  <a:srgbClr val="F8F8F8"/>
                </a:solidFill>
              </a:rPr>
              <a:t>Language(s) | Technology Stack</a:t>
            </a:r>
          </a:p>
        </p:txBody>
      </p:sp>
      <p:sp>
        <p:nvSpPr>
          <p:cNvPr id="108" name="Text Box 479"/>
          <p:cNvSpPr txBox="1">
            <a:spLocks noChangeArrowheads="1"/>
          </p:cNvSpPr>
          <p:nvPr/>
        </p:nvSpPr>
        <p:spPr bwMode="auto">
          <a:xfrm>
            <a:off x="15466593" y="6411860"/>
            <a:ext cx="14531835" cy="646137"/>
          </a:xfrm>
          <a:prstGeom prst="rect">
            <a:avLst/>
          </a:prstGeom>
          <a:solidFill>
            <a:schemeClr val="accent2"/>
          </a:solidFill>
          <a:ln w="9525">
            <a:noFill/>
            <a:miter lim="800000"/>
            <a:headEnd/>
            <a:tailEnd/>
          </a:ln>
        </p:spPr>
        <p:txBody>
          <a:bodyPr wrap="square" lIns="91267" tIns="45624" rIns="91267" bIns="45624">
            <a:spAutoFit/>
          </a:bodyPr>
          <a:lstStyle/>
          <a:p>
            <a:pPr algn="ctr" eaLnBrk="0" hangingPunct="0">
              <a:spcBef>
                <a:spcPct val="50000"/>
              </a:spcBef>
            </a:pPr>
            <a:r>
              <a:rPr lang="en-US" sz="3600" b="1" dirty="0">
                <a:solidFill>
                  <a:srgbClr val="F8F8F8"/>
                </a:solidFill>
              </a:rPr>
              <a:t>Architecture Diagram</a:t>
            </a:r>
          </a:p>
        </p:txBody>
      </p:sp>
      <p:sp>
        <p:nvSpPr>
          <p:cNvPr id="31" name="Rectangle 5"/>
          <p:cNvSpPr>
            <a:spLocks noChangeArrowheads="1"/>
          </p:cNvSpPr>
          <p:nvPr/>
        </p:nvSpPr>
        <p:spPr bwMode="auto">
          <a:xfrm>
            <a:off x="-298486" y="432343"/>
            <a:ext cx="30549909" cy="2354277"/>
          </a:xfrm>
          <a:prstGeom prst="rect">
            <a:avLst/>
          </a:prstGeom>
          <a:noFill/>
          <a:ln w="9525">
            <a:noFill/>
            <a:miter lim="800000"/>
            <a:headEnd/>
            <a:tailEnd/>
          </a:ln>
        </p:spPr>
        <p:txBody>
          <a:bodyPr wrap="square" lIns="91243" tIns="45614" rIns="91243" bIns="45614">
            <a:spAutoFit/>
          </a:bodyPr>
          <a:lstStyle/>
          <a:p>
            <a:pPr algn="ctr"/>
            <a:r>
              <a:rPr lang="en-US" altLang="en-US" sz="9300" b="1" dirty="0">
                <a:solidFill>
                  <a:srgbClr val="000000"/>
                </a:solidFill>
                <a:latin typeface="+mj-lt"/>
                <a:cs typeface="Times New Roman" panose="02020603050405020304" pitchFamily="18" charset="0"/>
              </a:rPr>
              <a:t>AgeWell: A Smart Portal for Senior Citizen Support</a:t>
            </a:r>
            <a:r>
              <a:rPr lang="en-US" sz="9300" b="1" dirty="0">
                <a:solidFill>
                  <a:schemeClr val="accent4"/>
                </a:solidFill>
                <a:latin typeface="+mj-lt"/>
                <a:cs typeface="Times New Roman" panose="02020603050405020304" pitchFamily="18" charset="0"/>
              </a:rPr>
              <a:t> </a:t>
            </a:r>
          </a:p>
          <a:p>
            <a:r>
              <a:rPr lang="en-US" sz="5400" b="1" dirty="0">
                <a:solidFill>
                  <a:schemeClr val="accent4"/>
                </a:solidFill>
                <a:latin typeface="+mn-lt"/>
                <a:cs typeface="Times New Roman" panose="02020603050405020304" pitchFamily="18" charset="0"/>
              </a:rPr>
              <a:t>			Rakshit Gupta							Anjana Sharma	</a:t>
            </a:r>
          </a:p>
        </p:txBody>
      </p:sp>
      <p:pic>
        <p:nvPicPr>
          <p:cNvPr id="18" name="Google Shape;112;p9" descr="C:\Users\Nycon\Desktop\miet_logo.png">
            <a:extLst>
              <a:ext uri="{FF2B5EF4-FFF2-40B4-BE49-F238E27FC236}">
                <a16:creationId xmlns:a16="http://schemas.microsoft.com/office/drawing/2014/main" id="{8E908FE6-79D2-429B-81C5-D3F2757E0C24}"/>
              </a:ext>
            </a:extLst>
          </p:cNvPr>
          <p:cNvPicPr preferRelativeResize="0"/>
          <p:nvPr/>
        </p:nvPicPr>
        <p:blipFill rotWithShape="1">
          <a:blip r:embed="rId3">
            <a:alphaModFix/>
          </a:blip>
          <a:srcRect/>
          <a:stretch/>
        </p:blipFill>
        <p:spPr>
          <a:xfrm>
            <a:off x="795770" y="3300330"/>
            <a:ext cx="3684789" cy="1382458"/>
          </a:xfrm>
          <a:prstGeom prst="rect">
            <a:avLst/>
          </a:prstGeom>
          <a:noFill/>
          <a:ln>
            <a:noFill/>
          </a:ln>
        </p:spPr>
      </p:pic>
      <p:sp>
        <p:nvSpPr>
          <p:cNvPr id="19" name="Text Box 388">
            <a:extLst>
              <a:ext uri="{FF2B5EF4-FFF2-40B4-BE49-F238E27FC236}">
                <a16:creationId xmlns:a16="http://schemas.microsoft.com/office/drawing/2014/main" id="{85D2CFDF-8DA5-4E79-9C29-D3EDBDCF68E5}"/>
              </a:ext>
            </a:extLst>
          </p:cNvPr>
          <p:cNvSpPr txBox="1">
            <a:spLocks noChangeArrowheads="1"/>
          </p:cNvSpPr>
          <p:nvPr/>
        </p:nvSpPr>
        <p:spPr bwMode="auto">
          <a:xfrm>
            <a:off x="84811" y="15435629"/>
            <a:ext cx="14897092" cy="646137"/>
          </a:xfrm>
          <a:prstGeom prst="rect">
            <a:avLst/>
          </a:prstGeom>
          <a:solidFill>
            <a:schemeClr val="accent2"/>
          </a:solidFill>
          <a:ln w="9525">
            <a:noFill/>
            <a:miter lim="800000"/>
            <a:headEnd/>
            <a:tailEnd/>
          </a:ln>
        </p:spPr>
        <p:txBody>
          <a:bodyPr wrap="square" lIns="91267" tIns="45624" rIns="91267" bIns="45624">
            <a:spAutoFit/>
          </a:bodyPr>
          <a:lstStyle/>
          <a:p>
            <a:pPr algn="ctr" eaLnBrk="0" hangingPunct="0">
              <a:spcBef>
                <a:spcPct val="50000"/>
              </a:spcBef>
            </a:pPr>
            <a:r>
              <a:rPr lang="en-US" sz="3600" b="1" dirty="0">
                <a:solidFill>
                  <a:srgbClr val="F8F8F8"/>
                </a:solidFill>
              </a:rPr>
              <a:t>Innovation &amp; Impact</a:t>
            </a:r>
          </a:p>
        </p:txBody>
      </p:sp>
      <p:pic>
        <p:nvPicPr>
          <p:cNvPr id="2" name="Picture 1">
            <a:extLst>
              <a:ext uri="{FF2B5EF4-FFF2-40B4-BE49-F238E27FC236}">
                <a16:creationId xmlns:a16="http://schemas.microsoft.com/office/drawing/2014/main" id="{3260EC14-BFD6-4F96-92D4-7DD119ECC6AD}"/>
              </a:ext>
            </a:extLst>
          </p:cNvPr>
          <p:cNvPicPr>
            <a:picLocks noChangeAspect="1"/>
          </p:cNvPicPr>
          <p:nvPr/>
        </p:nvPicPr>
        <p:blipFill>
          <a:blip r:embed="rId4"/>
          <a:stretch>
            <a:fillRect/>
          </a:stretch>
        </p:blipFill>
        <p:spPr>
          <a:xfrm>
            <a:off x="26487496" y="3201901"/>
            <a:ext cx="3095625" cy="1504950"/>
          </a:xfrm>
          <a:prstGeom prst="rect">
            <a:avLst/>
          </a:prstGeom>
        </p:spPr>
      </p:pic>
      <p:sp>
        <p:nvSpPr>
          <p:cNvPr id="3" name="TextBox 2">
            <a:extLst>
              <a:ext uri="{FF2B5EF4-FFF2-40B4-BE49-F238E27FC236}">
                <a16:creationId xmlns:a16="http://schemas.microsoft.com/office/drawing/2014/main" id="{6BE10472-3149-4EBE-A65F-296C3315A5E0}"/>
              </a:ext>
            </a:extLst>
          </p:cNvPr>
          <p:cNvSpPr txBox="1"/>
          <p:nvPr/>
        </p:nvSpPr>
        <p:spPr>
          <a:xfrm>
            <a:off x="276785" y="7329731"/>
            <a:ext cx="14565339" cy="7940635"/>
          </a:xfrm>
          <a:prstGeom prst="rect">
            <a:avLst/>
          </a:prstGeom>
          <a:noFill/>
        </p:spPr>
        <p:txBody>
          <a:bodyPr wrap="square" rtlCol="0">
            <a:spAutoFit/>
          </a:bodyPr>
          <a:lstStyle/>
          <a:p>
            <a:pPr algn="just"/>
            <a:r>
              <a:rPr lang="en-US" sz="3400" b="1" dirty="0" err="1">
                <a:latin typeface="Arial" panose="020B0604020202020204" pitchFamily="34" charset="0"/>
                <a:cs typeface="Arial" panose="020B0604020202020204" pitchFamily="34" charset="0"/>
              </a:rPr>
              <a:t>AgeWell</a:t>
            </a:r>
            <a:r>
              <a:rPr lang="en-US" sz="3400" b="1" dirty="0">
                <a:latin typeface="Arial" panose="020B0604020202020204" pitchFamily="34" charset="0"/>
                <a:cs typeface="Arial" panose="020B0604020202020204" pitchFamily="34" charset="0"/>
              </a:rPr>
              <a:t> – A Smart Portal for Senior Citizen Support </a:t>
            </a:r>
            <a:r>
              <a:rPr lang="en-US" sz="3400" dirty="0">
                <a:latin typeface="Arial" panose="020B0604020202020204" pitchFamily="34" charset="0"/>
                <a:cs typeface="Arial" panose="020B0604020202020204" pitchFamily="34" charset="0"/>
              </a:rPr>
              <a:t>is an innovative web platform designed to assist elderly users in managing their daily routines independently while fostering stronger family connections. The system provides a user-friendly interface with essential features like medicine reminders, financial tracking, personal task scheduling, and social event participation. Additionally, the Learning Corner offers digital literacy resources, including step-by-step guides and a tips section for health and technology awareness. A dedicated child panel enables family members to monitor the well-being of their elderly relatives, while the admin dashboard manages content, user feedback, and tutorials. AgeWell bridges the digital divide by simplifying technology for elderly users, empowering them with tools to manage their health, finances, and social lives while promoting confidence and digital inclusion. The project integrates technology with care, fostering independence, and enhancing the quality of life for elderly users and their families.</a:t>
            </a:r>
            <a:endParaRPr lang="en-IN" sz="34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FB183B9B-477A-4CBD-B428-5622A1D17B45}"/>
              </a:ext>
            </a:extLst>
          </p:cNvPr>
          <p:cNvSpPr txBox="1"/>
          <p:nvPr/>
        </p:nvSpPr>
        <p:spPr>
          <a:xfrm>
            <a:off x="352168" y="16281693"/>
            <a:ext cx="14432258" cy="3754874"/>
          </a:xfrm>
          <a:prstGeom prst="rect">
            <a:avLst/>
          </a:prstGeom>
          <a:noFill/>
        </p:spPr>
        <p:txBody>
          <a:bodyPr wrap="square" rtlCol="0">
            <a:spAutoFit/>
          </a:bodyPr>
          <a:lstStyle/>
          <a:p>
            <a:pPr algn="just"/>
            <a:r>
              <a:rPr lang="en-IN" sz="3400" b="1" dirty="0">
                <a:latin typeface="Arial" panose="020B0604020202020204" pitchFamily="34" charset="0"/>
                <a:ea typeface="MS Gothic" panose="020B0609070205080204" pitchFamily="49" charset="-128"/>
                <a:cs typeface="Arial" panose="020B0604020202020204" pitchFamily="34" charset="0"/>
              </a:rPr>
              <a:t>INNOVATION:</a:t>
            </a:r>
          </a:p>
          <a:p>
            <a:pPr marL="457200" indent="-457200" algn="just">
              <a:buFont typeface="Arial" panose="020B0604020202020204" pitchFamily="34" charset="0"/>
              <a:buChar char="•"/>
            </a:pPr>
            <a:r>
              <a:rPr lang="en-US" sz="3400" dirty="0">
                <a:latin typeface="Arial" panose="020B0604020202020204" pitchFamily="34" charset="0"/>
                <a:ea typeface="MS Gothic" panose="020B0609070205080204" pitchFamily="49" charset="-128"/>
                <a:cs typeface="Arial" panose="020B0604020202020204" pitchFamily="34" charset="0"/>
              </a:rPr>
              <a:t>Combines health, finance, learning, and reminders in one easy-to-use platform. Provides daily health and tech tips tailored for elderly users.</a:t>
            </a:r>
          </a:p>
          <a:p>
            <a:pPr marL="457200" indent="-457200" algn="just">
              <a:buFont typeface="Arial" panose="020B0604020202020204" pitchFamily="34" charset="0"/>
              <a:buChar char="•"/>
            </a:pPr>
            <a:endParaRPr lang="en-IN" sz="3400" dirty="0">
              <a:latin typeface="Arial" panose="020B0604020202020204" pitchFamily="34" charset="0"/>
              <a:ea typeface="MS Gothic" panose="020B0609070205080204" pitchFamily="49" charset="-128"/>
              <a:cs typeface="Arial" panose="020B0604020202020204" pitchFamily="34" charset="0"/>
            </a:endParaRPr>
          </a:p>
          <a:p>
            <a:pPr algn="just"/>
            <a:r>
              <a:rPr lang="en-IN" sz="3400" b="1" dirty="0">
                <a:latin typeface="Arial" panose="020B0604020202020204" pitchFamily="34" charset="0"/>
                <a:ea typeface="MS Gothic" panose="020B0609070205080204" pitchFamily="49" charset="-128"/>
                <a:cs typeface="Arial" panose="020B0604020202020204" pitchFamily="34" charset="0"/>
              </a:rPr>
              <a:t>IMPACT:</a:t>
            </a:r>
          </a:p>
          <a:p>
            <a:pPr marL="457200" indent="-457200" algn="just">
              <a:buFont typeface="Arial" panose="020B0604020202020204" pitchFamily="34" charset="0"/>
              <a:buChar char="•"/>
            </a:pPr>
            <a:r>
              <a:rPr lang="en-US" sz="3400" dirty="0">
                <a:latin typeface="Arial" panose="020B0604020202020204" pitchFamily="34" charset="0"/>
                <a:ea typeface="MS Gothic" panose="020B0609070205080204" pitchFamily="49" charset="-128"/>
                <a:cs typeface="Arial" panose="020B0604020202020204" pitchFamily="34" charset="0"/>
              </a:rPr>
              <a:t>Empowers elderly users with digital tools for independent living. </a:t>
            </a:r>
          </a:p>
          <a:p>
            <a:pPr marL="457200" indent="-457200" algn="just">
              <a:buFont typeface="Arial" panose="020B0604020202020204" pitchFamily="34" charset="0"/>
              <a:buChar char="•"/>
            </a:pPr>
            <a:r>
              <a:rPr lang="en-US" sz="3400" dirty="0">
                <a:latin typeface="Arial" panose="020B0604020202020204" pitchFamily="34" charset="0"/>
                <a:ea typeface="MS Gothic" panose="020B0609070205080204" pitchFamily="49" charset="-128"/>
                <a:cs typeface="Arial" panose="020B0604020202020204" pitchFamily="34" charset="0"/>
              </a:rPr>
              <a:t>Enhances family support through child panels and connected features.</a:t>
            </a:r>
            <a:endParaRPr lang="en-IN" sz="3400" dirty="0">
              <a:latin typeface="Arial" panose="020B0604020202020204" pitchFamily="34" charset="0"/>
              <a:ea typeface="MS Gothic" panose="020B0609070205080204" pitchFamily="49" charset="-128"/>
              <a:cs typeface="Arial" panose="020B0604020202020204" pitchFamily="34" charset="0"/>
            </a:endParaRPr>
          </a:p>
        </p:txBody>
      </p:sp>
      <p:sp>
        <p:nvSpPr>
          <p:cNvPr id="96" name="TextBox 95">
            <a:extLst>
              <a:ext uri="{FF2B5EF4-FFF2-40B4-BE49-F238E27FC236}">
                <a16:creationId xmlns:a16="http://schemas.microsoft.com/office/drawing/2014/main" id="{B159333A-3950-4D12-86E5-08132E272097}"/>
              </a:ext>
            </a:extLst>
          </p:cNvPr>
          <p:cNvSpPr txBox="1"/>
          <p:nvPr/>
        </p:nvSpPr>
        <p:spPr>
          <a:xfrm>
            <a:off x="16402167" y="31476278"/>
            <a:ext cx="14080951" cy="9399689"/>
          </a:xfrm>
          <a:prstGeom prst="rect">
            <a:avLst/>
          </a:prstGeom>
          <a:noFill/>
        </p:spPr>
        <p:txBody>
          <a:bodyPr wrap="square" rtlCol="0">
            <a:spAutoFit/>
          </a:bodyPr>
          <a:lstStyle/>
          <a:p>
            <a:pPr algn="just">
              <a:lnSpc>
                <a:spcPct val="150000"/>
              </a:lnSpc>
            </a:pPr>
            <a:r>
              <a:rPr lang="en-US" sz="3400" b="1" dirty="0">
                <a:solidFill>
                  <a:srgbClr val="002060"/>
                </a:solidFill>
                <a:latin typeface="+mn-lt"/>
                <a:cs typeface="Arial" panose="020B0604020202020204" pitchFamily="34" charset="0"/>
              </a:rPr>
              <a:t>LANGUAGES:</a:t>
            </a:r>
          </a:p>
          <a:p>
            <a:pPr marL="457200" indent="-457200" algn="just">
              <a:lnSpc>
                <a:spcPct val="150000"/>
              </a:lnSpc>
              <a:buFont typeface="Arial" panose="020B0604020202020204" pitchFamily="34" charset="0"/>
              <a:buChar char="•"/>
            </a:pPr>
            <a:r>
              <a:rPr lang="en-US" sz="3400" dirty="0">
                <a:latin typeface="+mn-lt"/>
                <a:cs typeface="Arial" panose="020B0604020202020204" pitchFamily="34" charset="0"/>
              </a:rPr>
              <a:t>PYTHON</a:t>
            </a:r>
          </a:p>
          <a:p>
            <a:pPr algn="just">
              <a:lnSpc>
                <a:spcPct val="150000"/>
              </a:lnSpc>
            </a:pPr>
            <a:r>
              <a:rPr lang="en-US" sz="3400" b="1" dirty="0">
                <a:solidFill>
                  <a:srgbClr val="002060"/>
                </a:solidFill>
                <a:latin typeface="+mn-lt"/>
                <a:cs typeface="Arial" panose="020B0604020202020204" pitchFamily="34" charset="0"/>
              </a:rPr>
              <a:t>TECHNOLOGY STACK:</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sz="3400" b="1" i="0" u="none" strike="noStrike" kern="1200" cap="none" spc="0" normalizeH="0" baseline="0" noProof="0" dirty="0">
                <a:ln>
                  <a:noFill/>
                </a:ln>
                <a:solidFill>
                  <a:srgbClr val="002164"/>
                </a:solidFill>
                <a:effectLst/>
                <a:uLnTx/>
                <a:uFillTx/>
                <a:latin typeface="+mn-lt"/>
                <a:cs typeface="Arial" panose="020B0604020202020204" pitchFamily="34" charset="0"/>
              </a:rPr>
              <a:t>Frontend:</a:t>
            </a:r>
            <a:endParaRPr kumimoji="0" lang="en-US" sz="3400" b="0" i="0" u="none" strike="noStrike" kern="1200" cap="none" spc="0" normalizeH="0" baseline="0" noProof="0" dirty="0">
              <a:ln>
                <a:noFill/>
              </a:ln>
              <a:solidFill>
                <a:srgbClr val="002164"/>
              </a:solidFill>
              <a:effectLst/>
              <a:uLnTx/>
              <a:uFillTx/>
              <a:latin typeface="+mn-lt"/>
              <a:cs typeface="Arial" panose="020B0604020202020204" pitchFamily="34" charset="0"/>
            </a:endParaRPr>
          </a:p>
          <a:p>
            <a:pPr marL="720730" lvl="1" indent="-285750" algn="just" eaLnBrk="0" hangingPunct="0">
              <a:lnSpc>
                <a:spcPct val="150000"/>
              </a:lnSpc>
              <a:buSzPct val="100000"/>
              <a:buFont typeface="Arial" panose="020B0604020202020204" pitchFamily="34" charset="0"/>
              <a:buChar char="•"/>
              <a:defRPr/>
            </a:pPr>
            <a:r>
              <a:rPr kumimoji="0" lang="en-US" sz="3400" b="0" i="0" u="none" strike="noStrike" kern="1200" cap="none" spc="0" normalizeH="0" baseline="0" noProof="0" dirty="0">
                <a:ln>
                  <a:noFill/>
                </a:ln>
                <a:solidFill>
                  <a:prstClr val="black"/>
                </a:solidFill>
                <a:effectLst/>
                <a:uLnTx/>
                <a:uFillTx/>
                <a:latin typeface="+mn-lt"/>
                <a:cs typeface="Arial" panose="020B0604020202020204" pitchFamily="34" charset="0"/>
              </a:rPr>
              <a:t>HTML5, CSS3, Bootstrap 5</a:t>
            </a:r>
          </a:p>
          <a:p>
            <a:pPr marL="720730" lvl="1" indent="-285750" algn="just" eaLnBrk="0" hangingPunct="0">
              <a:lnSpc>
                <a:spcPct val="150000"/>
              </a:lnSpc>
              <a:buSzPct val="100000"/>
              <a:buFont typeface="Arial" panose="020B0604020202020204" pitchFamily="34" charset="0"/>
              <a:buChar char="•"/>
              <a:defRPr/>
            </a:pPr>
            <a:r>
              <a:rPr kumimoji="0" lang="en-US" sz="3400" b="0" i="0" u="none" strike="noStrike" kern="1200" cap="none" spc="0" normalizeH="0" baseline="0" noProof="0" dirty="0">
                <a:ln>
                  <a:noFill/>
                </a:ln>
                <a:solidFill>
                  <a:prstClr val="black"/>
                </a:solidFill>
                <a:effectLst/>
                <a:uLnTx/>
                <a:uFillTx/>
                <a:latin typeface="+mn-lt"/>
                <a:cs typeface="Arial" panose="020B0604020202020204" pitchFamily="34" charset="0"/>
              </a:rPr>
              <a:t>JavaScript, Jinja2 templates</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sz="3400" b="1" i="0" u="none" strike="noStrike" kern="1200" cap="none" spc="0" normalizeH="0" baseline="0" noProof="0" dirty="0">
                <a:ln>
                  <a:noFill/>
                </a:ln>
                <a:solidFill>
                  <a:srgbClr val="002164"/>
                </a:solidFill>
                <a:effectLst/>
                <a:uLnTx/>
                <a:uFillTx/>
                <a:latin typeface="+mn-lt"/>
                <a:cs typeface="Arial" panose="020B0604020202020204" pitchFamily="34" charset="0"/>
              </a:rPr>
              <a:t>Backend:</a:t>
            </a:r>
            <a:endParaRPr kumimoji="0" lang="en-US" sz="3400" b="0" i="0" u="none" strike="noStrike" kern="1200" cap="none" spc="0" normalizeH="0" baseline="0" noProof="0" dirty="0">
              <a:ln>
                <a:noFill/>
              </a:ln>
              <a:solidFill>
                <a:srgbClr val="002164"/>
              </a:solidFill>
              <a:effectLst/>
              <a:uLnTx/>
              <a:uFillTx/>
              <a:latin typeface="+mn-lt"/>
              <a:cs typeface="Arial" panose="020B0604020202020204" pitchFamily="34" charset="0"/>
            </a:endParaRPr>
          </a:p>
          <a:p>
            <a:pPr marL="720730" lvl="1" indent="-285750" algn="just" eaLnBrk="0" hangingPunct="0">
              <a:lnSpc>
                <a:spcPct val="150000"/>
              </a:lnSpc>
              <a:buSzPct val="100000"/>
              <a:buFont typeface="Arial" panose="020B0604020202020204" pitchFamily="34" charset="0"/>
              <a:buChar char="•"/>
              <a:defRPr/>
            </a:pPr>
            <a:r>
              <a:rPr kumimoji="0" lang="en-US" sz="3400" b="0" i="0" u="none" strike="noStrike" kern="1200" cap="none" spc="0" normalizeH="0" baseline="0" noProof="0" dirty="0">
                <a:ln>
                  <a:noFill/>
                </a:ln>
                <a:solidFill>
                  <a:prstClr val="black"/>
                </a:solidFill>
                <a:effectLst/>
                <a:uLnTx/>
                <a:uFillTx/>
                <a:latin typeface="+mn-lt"/>
                <a:cs typeface="Arial" panose="020B0604020202020204" pitchFamily="34" charset="0"/>
              </a:rPr>
              <a:t>Flask (Python)</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sz="3400" b="1" i="0" u="none" strike="noStrike" kern="1200" cap="none" spc="0" normalizeH="0" baseline="0" noProof="0" dirty="0">
                <a:ln>
                  <a:noFill/>
                </a:ln>
                <a:solidFill>
                  <a:srgbClr val="002164"/>
                </a:solidFill>
                <a:effectLst/>
                <a:uLnTx/>
                <a:uFillTx/>
                <a:latin typeface="+mn-lt"/>
                <a:cs typeface="Arial" panose="020B0604020202020204" pitchFamily="34" charset="0"/>
              </a:rPr>
              <a:t>Database:</a:t>
            </a:r>
            <a:endParaRPr kumimoji="0" lang="en-US" sz="3400" b="0" i="0" u="none" strike="noStrike" kern="1200" cap="none" spc="0" normalizeH="0" baseline="0" noProof="0" dirty="0">
              <a:ln>
                <a:noFill/>
              </a:ln>
              <a:solidFill>
                <a:srgbClr val="002164"/>
              </a:solidFill>
              <a:effectLst/>
              <a:uLnTx/>
              <a:uFillTx/>
              <a:latin typeface="+mn-lt"/>
              <a:cs typeface="Arial" panose="020B0604020202020204" pitchFamily="34" charset="0"/>
            </a:endParaRPr>
          </a:p>
          <a:p>
            <a:pPr marL="720730" lvl="1" indent="-285750" algn="just" eaLnBrk="0" hangingPunct="0">
              <a:lnSpc>
                <a:spcPct val="150000"/>
              </a:lnSpc>
              <a:buClr>
                <a:prstClr val="black"/>
              </a:buClr>
              <a:buSzPct val="100000"/>
              <a:buFont typeface="Arial" panose="020B0604020202020204" pitchFamily="34" charset="0"/>
              <a:buChar char="•"/>
              <a:defRPr/>
            </a:pPr>
            <a:r>
              <a:rPr kumimoji="0" lang="en-US" sz="3400" b="0" i="0" u="none" strike="noStrike" kern="1200" cap="none" spc="0" normalizeH="0" baseline="0" noProof="0" dirty="0">
                <a:ln>
                  <a:noFill/>
                </a:ln>
                <a:solidFill>
                  <a:prstClr val="black"/>
                </a:solidFill>
                <a:effectLst/>
                <a:uLnTx/>
                <a:uFillTx/>
                <a:latin typeface="+mn-lt"/>
                <a:cs typeface="Arial" panose="020B0604020202020204" pitchFamily="34" charset="0"/>
              </a:rPr>
              <a:t>MongoDB (NoSQL)</a:t>
            </a:r>
          </a:p>
          <a:p>
            <a:pPr marR="0" lvl="0" algn="l" defTabSz="914400" rtl="0" eaLnBrk="0" fontAlgn="base" latinLnBrk="0" hangingPunct="0">
              <a:lnSpc>
                <a:spcPct val="100000"/>
              </a:lnSpc>
              <a:spcBef>
                <a:spcPct val="0"/>
              </a:spcBef>
              <a:spcAft>
                <a:spcPct val="0"/>
              </a:spcAft>
              <a:buClrTx/>
              <a:buSzPct val="100000"/>
              <a:tabLst/>
              <a:defRPr/>
            </a:pPr>
            <a:endParaRPr kumimoji="0" lang="en-US" sz="3400" b="0" i="0" u="none" strike="noStrike" kern="1200" cap="none" spc="0" normalizeH="0" baseline="0" noProof="0" dirty="0">
              <a:ln>
                <a:noFill/>
              </a:ln>
              <a:solidFill>
                <a:prstClr val="black"/>
              </a:solidFill>
              <a:effectLst/>
              <a:uLnTx/>
              <a:uFillTx/>
              <a:latin typeface="+mn-lt"/>
              <a:ea typeface="+mn-ea"/>
              <a:cs typeface="Times New Roman" panose="02020603050405020304" pitchFamily="18" charset="0"/>
            </a:endParaRPr>
          </a:p>
          <a:p>
            <a:pPr marL="457200" indent="-457200" algn="l">
              <a:lnSpc>
                <a:spcPct val="150000"/>
              </a:lnSpc>
              <a:buFont typeface="Arial" panose="020B0604020202020204" pitchFamily="34" charset="0"/>
              <a:buChar char="•"/>
            </a:pPr>
            <a:endParaRPr lang="en-IN" sz="3400" dirty="0">
              <a:latin typeface="+mn-lt"/>
              <a:cs typeface="Arial" panose="020B0604020202020204" pitchFamily="34" charset="0"/>
            </a:endParaRPr>
          </a:p>
        </p:txBody>
      </p:sp>
      <p:sp>
        <p:nvSpPr>
          <p:cNvPr id="8" name="TextBox 7">
            <a:extLst>
              <a:ext uri="{FF2B5EF4-FFF2-40B4-BE49-F238E27FC236}">
                <a16:creationId xmlns:a16="http://schemas.microsoft.com/office/drawing/2014/main" id="{5704E523-9D02-431F-B421-03F6FE06D3BB}"/>
              </a:ext>
            </a:extLst>
          </p:cNvPr>
          <p:cNvSpPr txBox="1"/>
          <p:nvPr/>
        </p:nvSpPr>
        <p:spPr>
          <a:xfrm>
            <a:off x="6735878" y="2951883"/>
            <a:ext cx="7984939" cy="1200329"/>
          </a:xfrm>
          <a:prstGeom prst="rect">
            <a:avLst/>
          </a:prstGeom>
          <a:noFill/>
        </p:spPr>
        <p:txBody>
          <a:bodyPr wrap="square" rtlCol="0">
            <a:spAutoFit/>
          </a:bodyPr>
          <a:lstStyle/>
          <a:p>
            <a:r>
              <a:rPr lang="en-IN" sz="3600" b="1" dirty="0">
                <a:solidFill>
                  <a:schemeClr val="accent4"/>
                </a:solidFill>
              </a:rPr>
              <a:t>Email : </a:t>
            </a:r>
            <a:r>
              <a:rPr lang="en-IN" sz="3600" dirty="0">
                <a:solidFill>
                  <a:schemeClr val="accent4"/>
                </a:solidFill>
              </a:rPr>
              <a:t>guptarakshit9858@gmail.com</a:t>
            </a:r>
          </a:p>
          <a:p>
            <a:r>
              <a:rPr lang="en-IN" sz="3600" b="1" dirty="0">
                <a:solidFill>
                  <a:schemeClr val="accent4"/>
                </a:solidFill>
              </a:rPr>
              <a:t>Phone :</a:t>
            </a:r>
            <a:r>
              <a:rPr lang="en-IN" sz="3600" dirty="0">
                <a:solidFill>
                  <a:schemeClr val="accent4"/>
                </a:solidFill>
              </a:rPr>
              <a:t> +919086304908</a:t>
            </a:r>
          </a:p>
        </p:txBody>
      </p:sp>
      <p:grpSp>
        <p:nvGrpSpPr>
          <p:cNvPr id="9" name="Group 8">
            <a:extLst>
              <a:ext uri="{FF2B5EF4-FFF2-40B4-BE49-F238E27FC236}">
                <a16:creationId xmlns:a16="http://schemas.microsoft.com/office/drawing/2014/main" id="{ECFBB81B-BF9C-4F13-B276-5C9EFF43A5A8}"/>
              </a:ext>
            </a:extLst>
          </p:cNvPr>
          <p:cNvGrpSpPr/>
          <p:nvPr/>
        </p:nvGrpSpPr>
        <p:grpSpPr>
          <a:xfrm>
            <a:off x="61911" y="20735238"/>
            <a:ext cx="14919991" cy="9002016"/>
            <a:chOff x="180222" y="20319480"/>
            <a:chExt cx="14919991" cy="9002016"/>
          </a:xfrm>
        </p:grpSpPr>
        <p:sp>
          <p:nvSpPr>
            <p:cNvPr id="44" name="Text Box 388"/>
            <p:cNvSpPr txBox="1">
              <a:spLocks noChangeArrowheads="1"/>
            </p:cNvSpPr>
            <p:nvPr/>
          </p:nvSpPr>
          <p:spPr bwMode="auto">
            <a:xfrm>
              <a:off x="180222" y="20319480"/>
              <a:ext cx="14919991" cy="646137"/>
            </a:xfrm>
            <a:prstGeom prst="rect">
              <a:avLst/>
            </a:prstGeom>
            <a:solidFill>
              <a:schemeClr val="accent2"/>
            </a:solidFill>
            <a:ln w="9525">
              <a:noFill/>
              <a:miter lim="800000"/>
              <a:headEnd/>
              <a:tailEnd/>
            </a:ln>
          </p:spPr>
          <p:txBody>
            <a:bodyPr wrap="square" lIns="91267" tIns="45624" rIns="91267" bIns="45624">
              <a:spAutoFit/>
            </a:bodyPr>
            <a:lstStyle/>
            <a:p>
              <a:pPr algn="ctr" eaLnBrk="0" hangingPunct="0">
                <a:spcBef>
                  <a:spcPct val="50000"/>
                </a:spcBef>
              </a:pPr>
              <a:r>
                <a:rPr lang="en-US" sz="3600" b="1" dirty="0">
                  <a:solidFill>
                    <a:srgbClr val="F8F8F8"/>
                  </a:solidFill>
                </a:rPr>
                <a:t>Methodology</a:t>
              </a:r>
            </a:p>
          </p:txBody>
        </p:sp>
        <p:sp>
          <p:nvSpPr>
            <p:cNvPr id="53" name="Text Box 7"/>
            <p:cNvSpPr txBox="1">
              <a:spLocks noChangeArrowheads="1"/>
            </p:cNvSpPr>
            <p:nvPr/>
          </p:nvSpPr>
          <p:spPr bwMode="auto">
            <a:xfrm>
              <a:off x="180223" y="28675359"/>
              <a:ext cx="14912904" cy="646137"/>
            </a:xfrm>
            <a:prstGeom prst="rect">
              <a:avLst/>
            </a:prstGeom>
            <a:solidFill>
              <a:schemeClr val="accent2"/>
            </a:solidFill>
            <a:ln w="9525">
              <a:noFill/>
              <a:miter lim="800000"/>
              <a:headEnd/>
              <a:tailEnd/>
            </a:ln>
          </p:spPr>
          <p:txBody>
            <a:bodyPr wrap="square" lIns="91267" tIns="45624" rIns="91267" bIns="45624">
              <a:spAutoFit/>
            </a:bodyPr>
            <a:lstStyle/>
            <a:p>
              <a:pPr algn="ctr" eaLnBrk="0" hangingPunct="0">
                <a:spcBef>
                  <a:spcPct val="50000"/>
                </a:spcBef>
              </a:pPr>
              <a:r>
                <a:rPr lang="en-US" sz="3600" b="1" dirty="0">
                  <a:solidFill>
                    <a:srgbClr val="F8F8F8"/>
                  </a:solidFill>
                </a:rPr>
                <a:t>Workflow</a:t>
              </a:r>
            </a:p>
          </p:txBody>
        </p:sp>
        <p:sp>
          <p:nvSpPr>
            <p:cNvPr id="254" name="Rectangle 253">
              <a:extLst>
                <a:ext uri="{FF2B5EF4-FFF2-40B4-BE49-F238E27FC236}">
                  <a16:creationId xmlns:a16="http://schemas.microsoft.com/office/drawing/2014/main" id="{42EF479C-E608-42C8-8215-826BCEACCEDD}"/>
                </a:ext>
              </a:extLst>
            </p:cNvPr>
            <p:cNvSpPr/>
            <p:nvPr/>
          </p:nvSpPr>
          <p:spPr>
            <a:xfrm>
              <a:off x="10083638" y="21467968"/>
              <a:ext cx="3959156" cy="461665"/>
            </a:xfrm>
            <a:prstGeom prst="rect">
              <a:avLst/>
            </a:prstGeom>
            <a:noFill/>
          </p:spPr>
          <p:txBody>
            <a:bodyPr wrap="square" lIns="91440" tIns="45720" rIns="91440" bIns="45720">
              <a:spAutoFit/>
            </a:bodyPr>
            <a:lstStyle/>
            <a:p>
              <a:pPr algn="r"/>
              <a:r>
                <a:rPr lang="en-US" sz="2400" dirty="0">
                  <a:ln w="0"/>
                  <a:effectLst>
                    <a:outerShdw blurRad="38100" dist="19050" dir="2700000" algn="tl" rotWithShape="0">
                      <a:schemeClr val="dk1">
                        <a:alpha val="40000"/>
                      </a:schemeClr>
                    </a:outerShdw>
                  </a:effectLst>
                </a:rPr>
                <a:t>.</a:t>
              </a:r>
            </a:p>
          </p:txBody>
        </p:sp>
        <p:sp>
          <p:nvSpPr>
            <p:cNvPr id="260" name="Rectangle 259">
              <a:extLst>
                <a:ext uri="{FF2B5EF4-FFF2-40B4-BE49-F238E27FC236}">
                  <a16:creationId xmlns:a16="http://schemas.microsoft.com/office/drawing/2014/main" id="{4C5D6950-F757-4449-A68F-260A357F7A3D}"/>
                </a:ext>
              </a:extLst>
            </p:cNvPr>
            <p:cNvSpPr/>
            <p:nvPr/>
          </p:nvSpPr>
          <p:spPr>
            <a:xfrm>
              <a:off x="4506534" y="28169012"/>
              <a:ext cx="4695311" cy="461665"/>
            </a:xfrm>
            <a:prstGeom prst="rect">
              <a:avLst/>
            </a:prstGeom>
            <a:noFill/>
          </p:spPr>
          <p:txBody>
            <a:bodyPr wrap="square" lIns="91440" tIns="45720" rIns="91440" bIns="45720">
              <a:spAutoFit/>
            </a:bodyPr>
            <a:lstStyle/>
            <a:p>
              <a:endParaRPr lang="en-US" sz="2400" dirty="0">
                <a:ln w="0"/>
                <a:effectLst>
                  <a:outerShdw blurRad="38100" dist="19050" dir="2700000" algn="tl" rotWithShape="0">
                    <a:schemeClr val="dk1">
                      <a:alpha val="40000"/>
                    </a:schemeClr>
                  </a:outerShdw>
                </a:effectLst>
              </a:endParaRPr>
            </a:p>
          </p:txBody>
        </p:sp>
      </p:grpSp>
      <p:pic>
        <p:nvPicPr>
          <p:cNvPr id="1029" name="Picture 1028" descr="Gloster-P92 Digital - HTML, CSS and JavaScript">
            <a:extLst>
              <a:ext uri="{FF2B5EF4-FFF2-40B4-BE49-F238E27FC236}">
                <a16:creationId xmlns:a16="http://schemas.microsoft.com/office/drawing/2014/main" id="{D4C0212F-AC47-C9F1-AEC1-834A5FE017D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527" t="20717" r="6565" b="16728"/>
          <a:stretch/>
        </p:blipFill>
        <p:spPr bwMode="auto">
          <a:xfrm>
            <a:off x="24148437" y="30245777"/>
            <a:ext cx="5120870" cy="3799659"/>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1030" descr="Understanding Flask and Building Web API using Python and Flask. | by  Nikhil pentapalli | Analytics Vidhya | Medium">
            <a:extLst>
              <a:ext uri="{FF2B5EF4-FFF2-40B4-BE49-F238E27FC236}">
                <a16:creationId xmlns:a16="http://schemas.microsoft.com/office/drawing/2014/main" id="{F0649409-A50A-12EB-E6D0-34CC5419837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7929" t="-356" r="14588" b="7783"/>
          <a:stretch/>
        </p:blipFill>
        <p:spPr bwMode="auto">
          <a:xfrm>
            <a:off x="24492977" y="34236015"/>
            <a:ext cx="4431790" cy="379965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1031" descr="MongoDB - AgileSparks">
            <a:extLst>
              <a:ext uri="{FF2B5EF4-FFF2-40B4-BE49-F238E27FC236}">
                <a16:creationId xmlns:a16="http://schemas.microsoft.com/office/drawing/2014/main" id="{81F4771B-0E29-A536-05FA-B42470F2157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1998094" y="38734775"/>
            <a:ext cx="7714044" cy="2079844"/>
          </a:xfrm>
          <a:prstGeom prst="rect">
            <a:avLst/>
          </a:prstGeom>
          <a:noFill/>
          <a:extLst>
            <a:ext uri="{909E8E84-426E-40DD-AFC4-6F175D3DCCD1}">
              <a14:hiddenFill xmlns:a14="http://schemas.microsoft.com/office/drawing/2010/main">
                <a:solidFill>
                  <a:srgbClr val="FFFFFF"/>
                </a:solidFill>
              </a14:hiddenFill>
            </a:ext>
          </a:extLst>
        </p:spPr>
      </p:pic>
      <p:sp>
        <p:nvSpPr>
          <p:cNvPr id="1039" name="Text Box 479">
            <a:extLst>
              <a:ext uri="{FF2B5EF4-FFF2-40B4-BE49-F238E27FC236}">
                <a16:creationId xmlns:a16="http://schemas.microsoft.com/office/drawing/2014/main" id="{56836870-B80E-5D2F-F116-B3C3670A6A1E}"/>
              </a:ext>
            </a:extLst>
          </p:cNvPr>
          <p:cNvSpPr txBox="1">
            <a:spLocks noChangeArrowheads="1"/>
          </p:cNvSpPr>
          <p:nvPr/>
        </p:nvSpPr>
        <p:spPr bwMode="auto">
          <a:xfrm>
            <a:off x="15484057" y="19441260"/>
            <a:ext cx="14531835" cy="646137"/>
          </a:xfrm>
          <a:prstGeom prst="rect">
            <a:avLst/>
          </a:prstGeom>
          <a:solidFill>
            <a:schemeClr val="accent2"/>
          </a:solidFill>
          <a:ln w="9525">
            <a:noFill/>
            <a:miter lim="800000"/>
            <a:headEnd/>
            <a:tailEnd/>
          </a:ln>
        </p:spPr>
        <p:txBody>
          <a:bodyPr wrap="square" lIns="91267" tIns="45624" rIns="91267" bIns="45624">
            <a:spAutoFit/>
          </a:bodyPr>
          <a:lstStyle/>
          <a:p>
            <a:pPr algn="ctr" eaLnBrk="0" hangingPunct="0">
              <a:spcBef>
                <a:spcPct val="50000"/>
              </a:spcBef>
            </a:pPr>
            <a:r>
              <a:rPr lang="en-US" sz="3600" b="1" dirty="0">
                <a:solidFill>
                  <a:srgbClr val="F8F8F8"/>
                </a:solidFill>
              </a:rPr>
              <a:t>Results/Outcomes</a:t>
            </a:r>
          </a:p>
        </p:txBody>
      </p:sp>
      <p:graphicFrame>
        <p:nvGraphicFramePr>
          <p:cNvPr id="38" name="Diagram 37">
            <a:extLst>
              <a:ext uri="{FF2B5EF4-FFF2-40B4-BE49-F238E27FC236}">
                <a16:creationId xmlns:a16="http://schemas.microsoft.com/office/drawing/2014/main" id="{2B404A49-601C-EED3-99A5-28C280DA5FDF}"/>
              </a:ext>
            </a:extLst>
          </p:cNvPr>
          <p:cNvGraphicFramePr/>
          <p:nvPr>
            <p:extLst>
              <p:ext uri="{D42A27DB-BD31-4B8C-83A1-F6EECF244321}">
                <p14:modId xmlns:p14="http://schemas.microsoft.com/office/powerpoint/2010/main" val="2597704010"/>
              </p:ext>
            </p:extLst>
          </p:nvPr>
        </p:nvGraphicFramePr>
        <p:xfrm>
          <a:off x="16413751" y="20518941"/>
          <a:ext cx="13169370" cy="775622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58" name="Diagram 57">
            <a:extLst>
              <a:ext uri="{FF2B5EF4-FFF2-40B4-BE49-F238E27FC236}">
                <a16:creationId xmlns:a16="http://schemas.microsoft.com/office/drawing/2014/main" id="{30741C00-1813-194C-3EFF-42225A9B064D}"/>
              </a:ext>
            </a:extLst>
          </p:cNvPr>
          <p:cNvGraphicFramePr/>
          <p:nvPr>
            <p:extLst>
              <p:ext uri="{D42A27DB-BD31-4B8C-83A1-F6EECF244321}">
                <p14:modId xmlns:p14="http://schemas.microsoft.com/office/powerpoint/2010/main" val="142298006"/>
              </p:ext>
            </p:extLst>
          </p:nvPr>
        </p:nvGraphicFramePr>
        <p:xfrm>
          <a:off x="602818" y="20995531"/>
          <a:ext cx="14046354" cy="8181309"/>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pic>
        <p:nvPicPr>
          <p:cNvPr id="7" name="Picture 6" descr="A diagram of a software dashboard&#10;&#10;AI-generated content may be incorrect.">
            <a:extLst>
              <a:ext uri="{FF2B5EF4-FFF2-40B4-BE49-F238E27FC236}">
                <a16:creationId xmlns:a16="http://schemas.microsoft.com/office/drawing/2014/main" id="{31978800-F41F-F9BB-3A47-F2AE51044FE9}"/>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329506" y="30055133"/>
            <a:ext cx="11259201" cy="11781670"/>
          </a:xfrm>
          <a:prstGeom prst="rect">
            <a:avLst/>
          </a:prstGeom>
        </p:spPr>
      </p:pic>
      <p:pic>
        <p:nvPicPr>
          <p:cNvPr id="6" name="Picture 5" descr="A diagram of a computer system&#10;&#10;AI-generated content may be incorrect.">
            <a:extLst>
              <a:ext uri="{FF2B5EF4-FFF2-40B4-BE49-F238E27FC236}">
                <a16:creationId xmlns:a16="http://schemas.microsoft.com/office/drawing/2014/main" id="{41B5DBF5-CD06-229E-99B7-65287C1A00F1}"/>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6322651" y="7687114"/>
            <a:ext cx="12946656" cy="11173141"/>
          </a:xfrm>
          <a:prstGeom prst="rect">
            <a:avLst/>
          </a:prstGeom>
        </p:spPr>
      </p:pic>
      <p:sp>
        <p:nvSpPr>
          <p:cNvPr id="4" name="TextBox 3">
            <a:extLst>
              <a:ext uri="{FF2B5EF4-FFF2-40B4-BE49-F238E27FC236}">
                <a16:creationId xmlns:a16="http://schemas.microsoft.com/office/drawing/2014/main" id="{699640F9-D229-F27A-B35D-3CA0BC3B5B86}"/>
              </a:ext>
            </a:extLst>
          </p:cNvPr>
          <p:cNvSpPr txBox="1"/>
          <p:nvPr/>
        </p:nvSpPr>
        <p:spPr>
          <a:xfrm>
            <a:off x="17412604" y="2964457"/>
            <a:ext cx="7984939" cy="1200329"/>
          </a:xfrm>
          <a:prstGeom prst="rect">
            <a:avLst/>
          </a:prstGeom>
          <a:noFill/>
        </p:spPr>
        <p:txBody>
          <a:bodyPr wrap="square" rtlCol="0">
            <a:spAutoFit/>
          </a:bodyPr>
          <a:lstStyle/>
          <a:p>
            <a:r>
              <a:rPr lang="en-IN" sz="3600" b="1" dirty="0">
                <a:solidFill>
                  <a:schemeClr val="accent4"/>
                </a:solidFill>
              </a:rPr>
              <a:t>Email : </a:t>
            </a:r>
            <a:r>
              <a:rPr lang="en-IN" sz="3600" dirty="0">
                <a:solidFill>
                  <a:schemeClr val="accent4"/>
                </a:solidFill>
              </a:rPr>
              <a:t>anjana.sh224@gmail.com</a:t>
            </a:r>
          </a:p>
          <a:p>
            <a:r>
              <a:rPr lang="en-IN" sz="3600" b="1" dirty="0">
                <a:solidFill>
                  <a:schemeClr val="accent4"/>
                </a:solidFill>
              </a:rPr>
              <a:t>Phone :</a:t>
            </a:r>
            <a:r>
              <a:rPr lang="en-IN" sz="3600" dirty="0">
                <a:solidFill>
                  <a:schemeClr val="accent4"/>
                </a:solidFill>
              </a:rPr>
              <a:t> +918494012776</a:t>
            </a:r>
          </a:p>
        </p:txBody>
      </p:sp>
    </p:spTree>
  </p:cSld>
  <p:clrMapOvr>
    <a:masterClrMapping/>
  </p:clrMapOvr>
</p:sld>
</file>

<file path=ppt/theme/theme1.xml><?xml version="1.0" encoding="utf-8"?>
<a:theme xmlns:a="http://schemas.openxmlformats.org/drawingml/2006/main" name="Default Design">
  <a:themeElements>
    <a:clrScheme name="Custom 16">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064"/>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8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86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2140</TotalTime>
  <Words>396</Words>
  <Application>Microsoft Office PowerPoint</Application>
  <PresentationFormat>Custom</PresentationFormat>
  <Paragraphs>53</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Default Design</vt:lpstr>
      <vt:lpstr>PowerPoint Presentation</vt:lpstr>
    </vt:vector>
  </TitlesOfParts>
  <Company>MegaPrint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A0 Vertical Poster</dc:title>
  <dc:creator>Rakshit Gupta</dc:creator>
  <cp:keywords>www.postersession.com</cp:keywords>
  <dc:description>©MegaPrint Inc. 2009-2015</dc:description>
  <cp:lastModifiedBy>Rakshit Gupta</cp:lastModifiedBy>
  <cp:revision>177</cp:revision>
  <dcterms:created xsi:type="dcterms:W3CDTF">2008-12-04T00:20:37Z</dcterms:created>
  <dcterms:modified xsi:type="dcterms:W3CDTF">2025-06-04T18:25:28Z</dcterms:modified>
  <cp:category>Research Poster</cp:category>
</cp:coreProperties>
</file>